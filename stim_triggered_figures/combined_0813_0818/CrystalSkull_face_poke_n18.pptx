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Population peri-poke response   (n = 18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Each gray line is one recording. Red / black = mean \pm SEM across recordings. Peri-window -2 to +3 s around the poke.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mean trace is poke-locked: a transient at t = 0, a brief dip, then a rebound. Recordings share the same time course.</a:t>
            </a:r>
          </a:p>
        </p:txBody>
      </p:sp>
      <p:pic>
        <p:nvPicPr>
          <p:cNvPr id="4" name="Picture 3" descr="fig1_n18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38474"/>
            <a:ext cx="11521440" cy="49868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Poke-responsive cells   (n = 18 recordings)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Left: mean STA of excited, inhibited, and all cells. Right: % of neurons in each recording (one dot = one recording). A cell is excited or inhibited if 0.4–1.2 s differs from -2–0 s (signed-rank, p&lt;0.05).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Mean 8.8% excited and 28.2% inhibited. The all-cell STA stays near zero because the two groups cancel. 14 of 18 recordings p&lt;0.05.</a:t>
            </a:r>
          </a:p>
        </p:txBody>
      </p:sp>
      <p:pic>
        <p:nvPicPr>
          <p:cNvPr id="4" name="Picture 3" descr="fig2_n18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6740"/>
            <a:ext cx="11521440" cy="50303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