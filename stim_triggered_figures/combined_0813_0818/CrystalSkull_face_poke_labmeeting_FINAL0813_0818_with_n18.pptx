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94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65F8889-F55A-478E-AE06-B2C6FDE59F71}">
          <p14:sldIdLst>
            <p14:sldId id="256"/>
            <p14:sldId id="257"/>
            <p14:sldId id="258"/>
            <p14:sldId id="259"/>
            <p14:sldId id="294"/>
            <p14:sldId id="261"/>
            <p14:sldId id="262"/>
            <p14:sldId id="264"/>
            <p14:sldId id="265"/>
            <p14:sldId id="266"/>
            <p14:sldId id="267"/>
            <p14:sldId id="268"/>
          </p14:sldIdLst>
        </p14:section>
        <p14:section name="details by days" id="{28CBD69F-2A8F-40A9-80CA-93FB30286769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0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4173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Pooled analysis  |  18 movies, 43,156 neurons, 1,098 pokes  |  13 Aug peak + 18 Aug dip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03320"/>
            <a:ext cx="9966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rPr dirty="0"/>
              <a:t>Take-home: pooling all movies, 14/18 are significant; 8.6% of cells are excited and 27.6% inhibited.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Both days are poking sessions (no no-poke baseline). m1f and m2c were imaged on both days; m3 only on 13 Aug. mirror1 / mirror2 are two optical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Population peri-poke response   (n = 18 recordings)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Each gray line is one recording. Red / black = mean \pm SEM across recordings. Peri-window -2 to +3 s around the poke.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mean trace is poke-locked: a transient at t = 0, a brief dip, then a rebound. Recordings share the same time course.</a:t>
            </a:r>
          </a:p>
        </p:txBody>
      </p:sp>
      <p:pic>
        <p:nvPicPr>
          <p:cNvPr id="4" name="Picture 3" descr="fig1_n18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38474"/>
            <a:ext cx="11521440" cy="4986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Poke-responsive cells   (n = 18 recordings)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Left: mean STA of excited, inhibited, and all cells. Right: % of neurons in each recording (one dot = one recording). A cell is excited or inhibited if 0.4–1.2 s differs from -2–0 s (signed-rank, p&lt;0.05).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Mean 8.8% excited and 28.2% inhibited. The all-cell STA stays near zero because the two groups cancel. 14 of 18 recordings p&lt;0.05.</a:t>
            </a:r>
          </a:p>
        </p:txBody>
      </p:sp>
      <p:pic>
        <p:nvPicPr>
          <p:cNvPr id="4" name="Picture 3" descr="fig2_n18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6740"/>
            <a:ext cx="11521440" cy="5030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Take-home: anterior excited, posterior inhibited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After aligning every FOV (P left, A right), compare cells in the back third vs the front third.</a:t>
            </a:r>
          </a:p>
          <a:p>
            <a:pPr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In 18/18 recordings the front is more excited than the back (signrank p = 0.0002).</a:t>
            </a:r>
          </a:p>
        </p:txBody>
      </p:sp>
      <p:pic>
        <p:nvPicPr>
          <p:cNvPr id="4" name="Picture 3" descr="takehome_anterior_pos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073" y="1234440"/>
            <a:ext cx="960937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and maps are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EXTRACT temporal_weights at 33 Hz. Spatial maps use Omer's EXTRACT spatial_weights (footprints reconstructed from the ndSparse CSC in each *_ext.mat). Red = excited, blue = inhibited. mirror2 is flipped so anterior is on the RIGHT (P left, A right).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18 movies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Equal-movie grand mean  |  12 from 13 Aug + 6 from 18 Aug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Fig1  |  Average trace of all 18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Gray/tint = each movie. Orange = 13 Aug mean. Teal = 18 Aug mean. Black = mean of all 18.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pooled black line has a small peak near t=0, a dip, and a rebound. That shape is a blend: 13 Aug locks to the peak, 18 Aug rises before the dip. It is not a third biological condition.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55" y="1234440"/>
            <a:ext cx="1132280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Fig1b  |  Weighting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18 movies averaged with equal movie weight, neuron weight, or trial weight.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three pooled curves sit on top of each other. The grand mean is not an artifact of one large movie.</a:t>
            </a:r>
          </a:p>
        </p:txBody>
      </p:sp>
      <p:pic>
        <p:nvPicPr>
          <p:cNvPr id="4" name="Picture 3" descr="fig1b_weigh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169" y="1234440"/>
            <a:ext cx="91451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Fig2  |  Average STA of all 18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Mean of per-movie excited / inhibited / all-cell STAs. Dotted = 13 Aug, dashed = 18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Pooled excited cells rise after t=0; pooled inhibited cells fall. All-cells (black) stay near zero because the groups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74" y="1234440"/>
            <a:ext cx="876357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Fig3  |  All cells from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Bars = mean ± SD across 18 movies. Yellow diamond = all 43,156 neurons pooled. Orange circles = 13 Aug, teal squares = 18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Movie-mean 8.8% exc / 28.2% inh; neuron-pooled 8.6% / 27.6%. 14/18 movies p&lt;0.05.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60534"/>
            <a:ext cx="11521440" cy="47427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Fig4  |  All FOVs (cannot pixel-average)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Aligned EXTRACT footprint maps for every recording in the pool. P left, A right.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repeating pattern is mixed red/blue with anterior more excited. There is no single average cortex image because FOVs are not registered.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09940"/>
            <a:ext cx="11521440" cy="52439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The same numbers, split by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Because t = 0 is not the same physical marker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Numbers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cell-classification windows on both days. 18 Aug has fewer movies, a shorter ITI, and a dip-based t = 0.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Population lock is tighter on 13 Aug (11/12 movies) than 18 Aug (3/6), but the exc &lt; inh split is the same direction both days.</a:t>
            </a:r>
          </a:p>
        </p:txBody>
      </p:sp>
      <p:pic>
        <p:nvPicPr>
          <p:cNvPr id="4" name="Picture 3" descr="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59651"/>
            <a:ext cx="11521440" cy="45445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Excited vs inhibited fractions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Each black dot is one movie. Red bars = mean % excited; blue bars = mean % inhibited.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Inhibition dominates on both days (~6–14% excited vs ~19–37% inhibited). 18 Aug m201 is especially inhibition-heavy.</a:t>
            </a:r>
          </a:p>
        </p:txBody>
      </p:sp>
      <p:pic>
        <p:nvPicPr>
          <p:cNvPr id="4" name="Picture 3" descr="comparison_frac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13" y="1234440"/>
            <a:ext cx="952089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Fig1  Population PSTH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Mean population z and fraction active, aligned to each poke.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Aug: sharp transient at t=0, dip, rebound ~0.8 s. 18 Aug: activity already rising before t=0, then a crash at the dip.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  |  t = 0 is the brightness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  |  t = 0 is the intensity dip</a:t>
            </a:r>
          </a:p>
        </p:txBody>
      </p:sp>
      <p:pic>
        <p:nvPicPr>
          <p:cNvPr id="6" name="Picture 5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44871"/>
            <a:ext cx="5852160" cy="2519233"/>
          </a:xfrm>
          <a:prstGeom prst="rect">
            <a:avLst/>
          </a:prstGeom>
        </p:spPr>
      </p:pic>
      <p:pic>
        <p:nvPicPr>
          <p:cNvPr id="7" name="Picture 6" descr="fig1_population_ps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44871"/>
            <a:ext cx="5852160" cy="25192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Fig2  Neuron 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Cohort-mean stimulus-triggered averages of excited, inhibited, and all cells.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Both days split into an up group and a down group. The all-cell mean is modest because they cancel — more completely on 18 Aug.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16875"/>
            <a:ext cx="5852160" cy="3775224"/>
          </a:xfrm>
          <a:prstGeom prst="rect">
            <a:avLst/>
          </a:prstGeom>
        </p:spPr>
      </p:pic>
      <p:pic>
        <p:nvPicPr>
          <p:cNvPr id="7" name="Picture 6" descr="fig2_neuron_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36027"/>
            <a:ext cx="5852160" cy="37369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Fig3  Excited vs inhibited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Per neuron: 0.4–1.2 s after t=0 vs -2–0 s before; signed-rank p&lt;0.05.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Aug: 11/12 movies significant. 18 Aug: 3/6 (both m201 s00, plus m201 s01 mirror1). m200 on 18 Aug is not significant (missed dips).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3460"/>
            <a:ext cx="5852160" cy="2482054"/>
          </a:xfrm>
          <a:prstGeom prst="rect">
            <a:avLst/>
          </a:prstGeom>
        </p:spPr>
      </p:pic>
      <p:pic>
        <p:nvPicPr>
          <p:cNvPr id="7" name="Picture 6" descr="fig3_responsive_ce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63460"/>
            <a:ext cx="5852160" cy="24820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Fig4  Spatial maps  (aligned, significant cells)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EXTRACT footprints x poke amplitude. mirror2 flipped. P = posterior (left), A = anterior (right).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Cells are locally intermingled on both days. After the same AP alignment, anterior tends to be more excited and posterior more inhibited.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  |  12 FOVs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  |  6 FOVs</a:t>
            </a:r>
          </a:p>
        </p:txBody>
      </p:sp>
      <p:pic>
        <p:nvPicPr>
          <p:cNvPr id="6" name="Picture 5" descr="cohort_aligned_s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48612"/>
            <a:ext cx="5852160" cy="3911751"/>
          </a:xfrm>
          <a:prstGeom prst="rect">
            <a:avLst/>
          </a:prstGeom>
        </p:spPr>
      </p:pic>
      <p:pic>
        <p:nvPicPr>
          <p:cNvPr id="7" name="Picture 6" descr="cohort_aligned_s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53666"/>
            <a:ext cx="5852160" cy="350164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Fig5  Poke counts and interval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Detected events per movie and the histogram of time between events.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 median ITI 5.30 s (~48–57 pokes). 18 Aug median 3.36 s; m201 is dense (~83–91), m200 has ~20 s gaps from missed dips.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2931"/>
            <a:ext cx="5852160" cy="2483112"/>
          </a:xfrm>
          <a:prstGeom prst="rect">
            <a:avLst/>
          </a:prstGeom>
        </p:spPr>
      </p:pic>
      <p:pic>
        <p:nvPicPr>
          <p:cNvPr id="7" name="Picture 6" descr="fig5_trial_ti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71867"/>
            <a:ext cx="5852160" cy="2465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Anterior–posterior bias  |  13 Aug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Spearman ρ between each cell's LR position and poke amplitude. After flipping mirror2, anterior is to the right in every movie.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12/12 movies ρ &gt; 0 (median 0.13, signrank p = 4.9e-4): anterior more excited, posterior more inhibited. Not a CCF registration — AP is the LR axis along the hemispheres.</a:t>
            </a:r>
          </a:p>
        </p:txBody>
      </p:sp>
      <p:pic>
        <p:nvPicPr>
          <p:cNvPr id="4" name="Picture 3" descr="fig4b_anterior_posterior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21993"/>
            <a:ext cx="11521440" cy="50198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Pooled across 18 movies / 43,156 cells: 8.6% excited, 27.6% inhibited, 14/18 movies significant. This is the combined biology.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The pooled black PSTH is the average of two clocks (peak vs dip). Read orange vs teal to see timing; read the yellow-diamond cell counts to see the shared exc/inh split.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All-cell STA near zero is cancellation, not absence of a poke response. Excited and inhibited groups are both locked; they have opposite sign.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FOVs cannot be averaged. The pooled spatial result is that the same mixed AP pattern appears in the full set of 18 maps.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Skin-contact time is still not proven. Do not treat the pooled t=0 as a single physical onset.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1350</Words>
  <Application>Microsoft Office PowerPoint</Application>
  <PresentationFormat>Widescreen</PresentationFormat>
  <Paragraphs>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2</cp:revision>
  <dcterms:created xsi:type="dcterms:W3CDTF">2013-01-27T09:14:16Z</dcterms:created>
  <dcterms:modified xsi:type="dcterms:W3CDTF">2026-09-03T19:04:36Z</dcterms:modified>
  <cp:category/>
</cp:coreProperties>
</file>