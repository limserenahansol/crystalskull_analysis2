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Example calcium traces   |   one recording, four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m1f, 13 Aug, s00, 8.38 mW/cm2, mirror1. Left: EXTRACT traces with poke times. Right: peri-poke STA of the same cell.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Excited cells (E1, E2) rise after each poke. Inhibited cells (I1, I2) dip. Same transient / dip shape as the population mean, but at the single-cell level.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200" y="914400"/>
            <a:ext cx="869511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Where these neurons reside   |   crystal-skull FOV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four cells on the mesoscope summary image (left) and on all significant EXTRACT footprints (right). P = posterior, A = anterior. FOVs are not CCF-registered.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E1/I1 are more anterior; E2/I2 are more posterior. Excited and inhibited cells are intermingled locally inside one crystal-skull field.</a:t>
            </a:r>
          </a:p>
        </p:txBody>
      </p:sp>
      <p:pic>
        <p:nvPicPr>
          <p:cNvPr id="4" name="Picture 3" descr="exampl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08" y="914400"/>
            <a:ext cx="10609103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