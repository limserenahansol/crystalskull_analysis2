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F3A5F"/>
                </a:solidFill>
                <a:latin typeface="Calibri"/>
              </a:defRPr>
            </a:pPr>
            <a:r>
              <a:t>Example neurons from each recording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3774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13 Aug (12) + 18 Aug (6)  |  18 movies  |  2 excited + 2 inhibited cells per FOV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D5C63"/>
                </a:solidFill>
                <a:latin typeface="Calibri"/>
              </a:defRPr>
            </a:pPr>
            <a:r>
              <a:t>For each recording: strongest significant excited cell in the anterior half and posterior half, and the same for inhibited cells. Traces are EXTRACT activity with poke times. Maps show those cells on a contrast-stretched crystal-skull FOV (P left, A right).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Where the example neurons sit   |   all 18 FOVs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Each panel is one crystal-skull field after contrast stretch. Red = excited examples, blue = inhibited examples. P left, A right.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The same local mix appears in every recording: example excited and inhibited cells are intermingled, with E1/I1 more anterior and E2/I2 more posterior.</a:t>
            </a:r>
          </a:p>
        </p:txBody>
      </p:sp>
      <p:pic>
        <p:nvPicPr>
          <p:cNvPr id="4" name="Picture 3" descr="example_fov_overview_n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228" y="914400"/>
            <a:ext cx="9753063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13 Aug  |  m1f s00 pwr8.38 mirror1  |  56 pokes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m1f, 13 Aug, s00, 8.38 mW/cm2, mirror1. Left: EXTRACT traces + STA. Right: those cells on the crystal-skull FOV.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E1 anterior #1161, E2 posterior #837, I1 anterior #701, I2 posterior #338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79958"/>
            <a:ext cx="5943600" cy="3738163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78154"/>
            <a:ext cx="5943600" cy="27417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13 Aug  |  m1f s00 pwr8.38 mirror2  |  55 pokes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m1f, 13 Aug, s00, 8.38 mW/cm2, mirror2. Left: EXTRACT traces + STA. Right: those cells on the crystal-skull FOV.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E1 anterior #1077, E2 posterior #1694, I1 anterior #1162, I2 posterior #1650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79958"/>
            <a:ext cx="5943600" cy="3738163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78154"/>
            <a:ext cx="5943600" cy="27417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13 Aug  |  m1f s01 pwr20 mirror1  |  57 pokes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m1f, 13 Aug, s01, 20 mW/cm2, mirror1. Left: EXTRACT traces + STA. Right: those cells on the crystal-skull FOV.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E1 anterior #2306, E2 posterior #1894, I1 anterior #1677, I2 posterior #1961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79958"/>
            <a:ext cx="5943600" cy="3738163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78154"/>
            <a:ext cx="5943600" cy="27417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13 Aug  |  m1f s01 pwr20 mirror2  |  57 pokes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m1f, 13 Aug, s01, 20 mW/cm2, mirror2. Left: EXTRACT traces + STA. Right: those cells on the crystal-skull FOV.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E1 anterior #2832, E2 posterior #3270, I1 anterior #1962, I2 posterior #3526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79958"/>
            <a:ext cx="5943600" cy="3738163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78154"/>
            <a:ext cx="5943600" cy="27417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13 Aug  |  m2c s00 pwr8.38 mirror1  |  57 pokes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m2c, 13 Aug, s00, 8.38 mW/cm2, mirror1. Left: EXTRACT traces + STA. Right: those cells on the crystal-skull FOV.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E1 anterior #1007, E2 posterior #1416, I1 anterior #1262, I2 posterior #1566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79958"/>
            <a:ext cx="5943600" cy="3738163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78154"/>
            <a:ext cx="5943600" cy="27417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13 Aug  |  m2c s00 pwr8.38 mirror2  |  57 pokes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m2c, 13 Aug, s00, 8.38 mW/cm2, mirror2. Left: EXTRACT traces + STA. Right: those cells on the crystal-skull FOV.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E1 anterior #1716, E2 posterior #2859, I1 anterior #1800, I2 posterior #2552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79958"/>
            <a:ext cx="5943600" cy="3738163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78154"/>
            <a:ext cx="5943600" cy="27417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13 Aug  |  m2c s01 pwr20 mirror1  |  56 pokes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m2c, 13 Aug, s01, 20 mW/cm2, mirror1. Left: EXTRACT traces + STA. Right: those cells on the crystal-skull FOV.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E1 anterior #2906, E2 posterior #1851, I1 anterior #1841, I2 posterior #2211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85641"/>
            <a:ext cx="5943600" cy="3726797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78154"/>
            <a:ext cx="5943600" cy="27417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13 Aug  |  m2c s01 pwr20 mirror2  |  56 pokes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m2c, 13 Aug, s01, 20 mW/cm2, mirror2. Left: EXTRACT traces + STA. Right: those cells on the crystal-skull FOV.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E1 anterior #423, E2 posterior #2913, I1 anterior #2640, I2 posterior #3922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85641"/>
            <a:ext cx="5943600" cy="3726797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78154"/>
            <a:ext cx="5943600" cy="27417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13 Aug  |  m2c s02 pwrNA mirror1  |  55 pokes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m2c, 13 Aug, s02, pwr NA, mirror1. Left: EXTRACT traces + STA. Right: those cells on the crystal-skull FOV.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E1 anterior #802, E2 posterior #284, I1 anterior #454, I2 posterior #1197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79958"/>
            <a:ext cx="5943600" cy="3738163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78154"/>
            <a:ext cx="5943600" cy="27417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13 Aug  |  m2c s02 pwrNA mirror2  |  54 pokes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m2c, 13 Aug, s02, pwr NA, mirror2. Left: EXTRACT traces + STA. Right: those cells on the crystal-skull FOV.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E1 anterior #255, E2 posterior #958, I1 anterior #630, I2 posterior #68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85641"/>
            <a:ext cx="5943600" cy="3726797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78154"/>
            <a:ext cx="5943600" cy="27417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13 Aug  |  m3 m1f s00 pwr8.38 mirror1  |  55 pokes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m3_m1f, 13 Aug, s00, 8.38 mW/cm2, mirror1. Left: EXTRACT traces + STA. Right: those cells on the crystal-skull FOV.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E1 anterior #899, E2 posterior #126, I1 anterior #839, I2 posterior #334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79958"/>
            <a:ext cx="5943600" cy="3738163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78154"/>
            <a:ext cx="5943600" cy="27417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13 Aug  |  m3 m1f s00 pwr8.38 mirror2  |  48 pokes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m3_m1f, 13 Aug, s00, 8.38 mW/cm2, mirror2. Left: EXTRACT traces + STA. Right: those cells on the crystal-skull FOV.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E1 anterior #1220, E2 posterior #571, I1 anterior #1344, I2 posterior #1833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79958"/>
            <a:ext cx="5943600" cy="3738163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78154"/>
            <a:ext cx="5943600" cy="27417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18 Aug  |  m1f s00 pwrNA mirror1  |  43 pokes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m1f, 18 Aug, s00, pwr NA, mirror1. Left: EXTRACT traces + STA. Right: those cells on the crystal-skull FOV.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E1 anterior #1686, E2 posterior #221, I1 anterior #1466, I2 posterior #1228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85641"/>
            <a:ext cx="5943600" cy="3726797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78154"/>
            <a:ext cx="5943600" cy="27417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18 Aug  |  m1f s00 pwrNA mirror2  |  45 pokes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m1f, 18 Aug, s00, pwr NA, mirror2. Left: EXTRACT traces + STA. Right: those cells on the crystal-skull FOV.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E1 anterior #1936, E2 posterior #1320, I1 anterior #1212, I2 posterior #1061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85641"/>
            <a:ext cx="5943600" cy="3726797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78154"/>
            <a:ext cx="5943600" cy="27417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18 Aug  |  m2c s00 pwrNA mirror1  |  83 pokes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m2c, 18 Aug, s00, pwr NA, mirror1. Left: EXTRACT traces + STA. Right: those cells on the crystal-skull FOV.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E1 anterior #1668, E2 posterior #1013, I1 anterior #1326, I2 posterior #526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79958"/>
            <a:ext cx="5943600" cy="3738163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78154"/>
            <a:ext cx="5943600" cy="27417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18 Aug  |  m2c s00 pwrNA mirror2  |  83 pokes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m2c, 18 Aug, s00, pwr NA, mirror2. Left: EXTRACT traces + STA. Right: those cells on the crystal-skull FOV.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E1 anterior #371, E2 posterior #2463, I1 anterior #119, I2 posterior #2586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85641"/>
            <a:ext cx="5943600" cy="3726797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78154"/>
            <a:ext cx="5943600" cy="27417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18 Aug  |  m2c s01 pwrNA mirror1  |  90 pokes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m2c, 18 Aug, s01, pwr NA, mirror1. Left: EXTRACT traces + STA. Right: those cells on the crystal-skull FOV.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E1 anterior #491, E2 posterior #1088, I1 anterior #1251, I2 posterior #517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85641"/>
            <a:ext cx="5943600" cy="3726797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78154"/>
            <a:ext cx="5943600" cy="274177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Examples  |  18 Aug  |  m2c s01 pwrNA mirror2  |  91 pokes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20624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m2c, 18 Aug, s01, pwr NA, mirror2. Left: EXTRACT traces + STA. Right: those cells on the crystal-skull FOV.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E1 anterior #24, E2 posterior #1716, I1 anterior #38, I2 posterior #2446</a:t>
            </a:r>
          </a:p>
        </p:txBody>
      </p:sp>
      <p:pic>
        <p:nvPicPr>
          <p:cNvPr id="4" name="Picture 3" descr="example_tr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79958"/>
            <a:ext cx="5943600" cy="3738163"/>
          </a:xfrm>
          <a:prstGeom prst="rect">
            <a:avLst/>
          </a:prstGeom>
        </p:spPr>
      </p:pic>
      <p:pic>
        <p:nvPicPr>
          <p:cNvPr id="5" name="Picture 4" descr="exampl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78154"/>
            <a:ext cx="5943600" cy="27417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