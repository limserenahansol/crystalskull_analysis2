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Face poke  |  excited vs inhibited cells per mouse   (n = 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Pooled within mouse. Excited/inhibited if 0.4–1.2 s after the poke differs from −2–0 s (signed-rank p&lt;0.05).</a:t>
            </a:r>
          </a:p>
          <a:p>
            <a:pPr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Every mouse has more inhibited than excited cells: m1f 9.4% vs 22.8%, m2c 7.5% vs 30.2%, m3 12.9% vs 30.2%. Pooled 8.6% / 27.6% of 43,156 neurons; 14/18 movies p&lt;0.05.</a:t>
            </a:r>
          </a:p>
        </p:txBody>
      </p:sp>
      <p:pic>
        <p:nvPicPr>
          <p:cNvPr id="4" name="Picture 3" descr="facepoke_per_m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31728"/>
            <a:ext cx="11704320" cy="48346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