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Face poking on crystal skull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2025-08-13   |   t = 0 at peak_post_idx (minimum after the brightness peak)   |   window 0.4–1.2 s vs -2–0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20624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5C63"/>
                </a:solidFill>
                <a:latin typeface="Calibri"/>
              </a:defRPr>
            </a:pPr>
            <a:r>
              <a:t>Take-home: the neural response happens before this t = 0, so post is a poor onset; the maps still show where significant cells sit.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Whole dorsal cortex Ca2+ imaging while a motor arm pokes the face. Every movie on this day is a poking session — there is no no-poke baseline.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Two recordings of the same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s00 = 8.38 mW/cm2, s01 = 20 mW/cm2. mirror1 and mirror2 are two optical paths (two FOVs at the same time).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How poke time is defined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No behavior camera. A blocker on the arm changes mean-frame intensity. t = 0 is peak_post_idx: the intensity minimum just after the positive brightness peak (candidate offset of the light change).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How traces are analyzed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EXTRACT traces at 33 Hz. Cut -2 to +3 s around each poke. A cell is excited or inhibited if 0.4–1.2 s differs from -2–0 s (Wilcoxon signed-rank, p&lt;0.05).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How the spatial map is made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EXTRACT spatial footprints were reconstructed from the file (ndSparse CSC). Each cell's post-pre z is painted on its footprint. Red = excited, blue = inhibited.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945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5C63"/>
                </a:solidFill>
                <a:latin typeface="Calibri"/>
              </a:defRPr>
            </a:pPr>
            <a:r>
              <a:t>All recordings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12 movies  |  t = 0 is peak_post_idx (after the brightness peak)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peak_post_idx).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main rise is before t = 0 (~0.75 s earlier, at the brightness peak); at t = 0 activity dips, then slowly returns — this marker is after the neural event.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23808"/>
            <a:ext cx="11612880" cy="49991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and inhibited groups still split, but their peaks sit before t = 0, so this alignment smears the response into the baseline window.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603" y="1417320"/>
            <a:ext cx="8162313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Only 2 of 12 movies pass the population test; excited fraction is low (~2–6%) because the real response is mostly before t = 0.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60696"/>
            <a:ext cx="11612880" cy="49253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and inhibited cells are intermingled across dorsal cortex; there is no single on-or-off region in these unaligned FOVs.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300" y="1417320"/>
            <a:ext cx="7562918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About 48–57 pokes per movie; median interval is 5.3 s (set to 3 s, with mechanical jitter). Long gaps are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60696"/>
            <a:ext cx="11612880" cy="492532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cohort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160" y="1417320"/>
            <a:ext cx="465319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peak_post_idx).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1240 neurons and 56 pokes; the population pre vs post test is significant (p = 1.0e-04).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5.5% and inhibited 23.2% of 1240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5.5% excited, 23.2% inhibited out of 1240 neurons; population test significant (p = 1.0e-04).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14581"/>
            <a:ext cx="11612880" cy="461755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(5.5% exc, 23.2% inh of 1240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56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m1f_s00_pwr8.38_mirror1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82458"/>
            <a:ext cx="11612880" cy="388180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peak_post_idx).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1930 neurons and 55 pokes; the population pre vs post test is significant (p = 0.002).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5.1% and inhibited 23.2% of 1930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5.1% excited, 23.2% inhibited out of 1930 neurons; population test significant (p = 0.002).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(5.1% exc, 23.2% inh of 1930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55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m1f_s00_pwr8.38_mirror2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07638"/>
            <a:ext cx="11612880" cy="383144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peak_post_idx).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2786 neurons and 57 pokes; the population pre vs post test is not significant (p = 0.365).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4.7% and inhibited 22.4% of 2786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4.7% excited, 22.4% inhibited out of 2786 neurons; population test not significant (p = 0.365).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(4.7% exc, 22.4% inh of 2786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57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m1f_s01_pwr20_mirror1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17832"/>
            <a:ext cx="11612880" cy="381105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peak_post_idx).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3749 neurons and 57 pokes; the population pre vs post test is not significant (p = 0.909).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4.3% and inhibited 23.1% of 3749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4.3% excited, 23.1% inhibited out of 3749 neurons; population test not significant (p = 0.909).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(4.3% exc, 23.1% inh of 3749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57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m1f_s01_pwr20_mirror2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28459"/>
            <a:ext cx="11612880" cy="37898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peak_post_idx).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2097 neurons and 57 pokes; the population pre vs post test is not significant (p = 0.178).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5.4% and inhibited 28.3% of 2097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5.4% excited, 28.3% inhibited out of 2097 neurons; population test not significant (p = 0.178).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(5.4% exc, 28.3% inh of 2097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57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5650"/>
            <a:ext cx="11612880" cy="513541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m2c_s00_pwr8.38_mirror1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58732"/>
            <a:ext cx="11612880" cy="3529254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peak_post_idx).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2889 neurons and 57 pokes; the population pre vs post test is not significant (p = 0.940).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5.8% and inhibited 28.4% of 2889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5.8% excited, 28.4% inhibited out of 2889 neurons; population test not significant (p = 0.940).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(5.8% exc, 28.4% inh of 2889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57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5650"/>
            <a:ext cx="11612880" cy="5135418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m2c_s00_pwr8.38_mirror2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44927"/>
            <a:ext cx="11612880" cy="355686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peak_post_idx).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3012 neurons and 56 pokes; the population pre vs post test is not significant (p = 0.893).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95370"/>
            <a:ext cx="11612880" cy="5055978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3.5% and inhibited 24.0% of 3012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3.5% excited, 24.0% inhibited out of 3012 neurons; population test not significant (p = 0.893).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(3.5% exc, 24.0% inh of 3012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56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m2c_s01_pwr20_mirror1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03583"/>
            <a:ext cx="11612880" cy="3639553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peak_post_idx).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4022 neurons and 56 pokes; the population pre vs post test is not significant (p = 0.860).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95370"/>
            <a:ext cx="11612880" cy="5055978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4.6% and inhibited 24.3% of 4022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4.6% excited, 24.3% inhibited out of 4022 neurons; population test not significant (p = 0.860).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(4.6% exc, 24.3% inh of 4022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56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m2c_s01_pwr20_mirror2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90564"/>
            <a:ext cx="11612880" cy="366559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peak_post_idx).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1407 neurons and 55 pokes; the population pre vs post test is not significant (p = 0.423).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2.4% and inhibited 26.7% of 1407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2.4% excited, 26.7% inhibited out of 1407 neurons; population test not significant (p = 0.423).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(2.4% exc, 26.7% inh of 1407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55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m2c_s02_pwrNA_mirror1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44833"/>
            <a:ext cx="11612880" cy="3557052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peak_post_idx).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2040 neurons and 54 pokes; the population pre vs post test is not significant (p = 0.548).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95370"/>
            <a:ext cx="11612880" cy="5055978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3.3% and inhibited 25.6% of 2040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3.3% excited, 25.6% inhibited out of 2040 neurons; population test not significant (p = 0.548).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(3.3% exc, 25.6% inh of 2040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54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m2c_s02_pwrNA_mirror2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06360"/>
            <a:ext cx="11612880" cy="3633998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peak_post_idx).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1537 neurons and 55 pokes; the population pre vs post test is not significant (p = 0.423).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6.5% and inhibited 28.4% of 1537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6.5% excited, 28.4% inhibited out of 1537 neurons; population test not significant (p = 0.423).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(6.5% exc, 28.4% inh of 1537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55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m3_m1f_s00_pwr8.38_mirror1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84269"/>
            <a:ext cx="11612880" cy="3878181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peak_post_idx).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2148 neurons and 48 pokes; the population pre vs post test is not significant (p = 0.397).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6.2% and inhibited 23.3% of 2148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6.2% excited, 23.3% inhibited out of 2148 neurons; population test not significant (p = 0.397).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(6.2% exc, 23.3% inh of 2148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48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m3_m1f_s00_pwr8.38_mirror2_spatial_by_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44728"/>
            <a:ext cx="11612880" cy="3757262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Compare pre (onset candidate) and peak (strongest neural lock) decks; post is mainly a negative control for timing. FOVs are not aligned across mice or mirrors.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