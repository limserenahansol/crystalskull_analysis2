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6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7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7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7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7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7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7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7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7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78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peak_pre_idx (onset candidate)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cortex is time-locked to the poke; a region map still needs spatial footprints.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Two recordings of the same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s00 = 8.38 mW/cm2, s01 = 20 mW/cm2. mirror1 and mirror2 are two optical paths (two FOVs at the same 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peak_pre_idx: the intensity minimum just before the positive brightness peak (candidate stimulus onset).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What we cannot show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Fig4 is a session-average picture of the FOV. To paint which cortical regions are excited vs inhibited, Omer needs to export spatial_weights as a normal sparse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same alignment and windows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Activity dips at poke onset, then rises and peaks about 1.5 s later — a delayed, poke-locked population response.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 subset of cells go up after the poke and another subset go down; the all-cell mean is small because they partly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03" y="1417320"/>
            <a:ext cx="816231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5–13% of cells are excited and 17–24% inhibited; only 5 of 12 movies pass the population test with this window.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377" y="1417320"/>
            <a:ext cx="764076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48–57 pokes per movie; median interval is 5.3 s (set to 3 s, with mechanical jitter). Long gaps are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0.021).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9.0% and inhibited 21.3%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9.0% excited, 21.3% inhibited out of 1240 neurons; population test significant (p = 0.021).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not significant (p = 0.143).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9.4% and inhibited 21.1%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9.4% excited, 21.1% inhibited out of 1930 neurons; population test not significant (p = 0.143).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significant (p = 2.4e-04).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12.0% and inhibited 17.2%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12.0% excited, 17.2% inhibited out of 2786 neurons; population test significant (p = 2.4e-04).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significant (p = 3.8e-05).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13.0% and inhibited 17.8%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13.0% excited, 17.8% inhibited out of 3749 neurons; population test significant (p = 3.8e-05).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not significant (p = 0.125).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7.9% and inhibited 19.8%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7.9% excited, 19.8% inhibited out of 2097 neurons; population test not significant (p = 0.125).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5650"/>
            <a:ext cx="11612880" cy="513541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significant (p = 0.021).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9.0% and inhibited 19.6%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9.0% excited, 19.6% inhibited out of 2889 neurons; population test significant (p = 0.021).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0.419).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6.1% and inhibited 21.1%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6.1% excited, 21.1% inhibited out of 3012 neurons; population test not significant (p = 0.419).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not significant (p = 0.267).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6.5% and inhibited 20.5%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6.5% excited, 20.5% inhibited out of 4022 neurons; population test not significant (p = 0.267).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not significant (p = 0.968).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5.5% and inhibited 23.9%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5.5% excited, 23.9% inhibited out of 1407 neurons; population test not significant (p = 0.968).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not significant (p = 0.240).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5.9% and inhibited 22.2%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5.9% excited, 22.2% inhibited out of 2040 neurons; population test not significant (p = 0.240).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significant (p = 0.018).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9.8% and inhibited 22.9%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9.8% excited, 22.9% inhibited out of 1537 neurons; population test significant (p = 0.018).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856" y="1417320"/>
            <a:ext cx="68078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not significant (p = 0.831).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6.7% and inhibited 21.8%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6.7% excited, 21.8% inhibited out of 2148 neurons; population test not significant (p = 0.831).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neuron's post-pre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856" y="1417320"/>
            <a:ext cx="68078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Export spatial footprints → map excited vs inhibited cells onto cortex. Optionally also show the peak_idx alignment, which locks more tightly because the 0.4–1.2 s window was chosen for that peak.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