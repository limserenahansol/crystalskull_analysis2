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3A5F"/>
                </a:solidFill>
                <a:latin typeface="Calibri"/>
              </a:defRPr>
            </a:pPr>
            <a:r>
              <a:t>Face poking on crystal skull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92608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2025-08-13   |   t = 0 at peak_post_idx (minimum after the brightness peak)   |   window 0.4–1.2 s vs -2–0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D5C63"/>
                </a:solidFill>
                <a:latin typeface="Calibri"/>
              </a:defRPr>
            </a:pPr>
            <a:r>
              <a:t>Take-home: the neural response happens before this t = 0, so post is a poor onset; the maps still show where significant cells sit.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Whole dorsal cortex Ca2+ imaging while a motor arm pokes the face. Every movie on this day is a poking session — there is no no-poke baseline.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Two recordings of the same experiment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s00 = 8.38 mW/cm2, s01 = 20 mW/cm2. mirror1 and mirror2 are two optical paths (two FOVs at the same time).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poke time is defined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No behavior camera. A blocker on the arm changes mean-frame intensity. t = 0 is peak_post_idx: the intensity minimum just after the positive brightness peak (candidate offset of the light change).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traces are analyzed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traces at 33 Hz. Cut -2 to +3 s around each poke. A cell is excited or inhibited if 0.4–1.2 s differs from -2–0 s (Wilcoxon signed-rank, p&lt;0.05).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How the spatial map is made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EXTRACT spatial footprints were reconstructed from the file (ndSparse CSC). Each cell's post-pre z is painted on its footprint. Red = excited, blue = inhibited.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194560"/>
            <a:ext cx="10881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D5C63"/>
                </a:solidFill>
                <a:latin typeface="Calibri"/>
              </a:defRPr>
            </a:pPr>
            <a:r>
              <a:t>All recordings together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555555"/>
                </a:solidFill>
                <a:latin typeface="Calibri"/>
              </a:defRPr>
            </a:pPr>
            <a:r>
              <a:t>12 movies  |  t = 0 is peak_post_idx (after the brightness peak)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main rise is before t = 0 (~0.75 s earlier, at the brightness peak); at t = 0 activity dips, then slowly returns — this marker is after the neural event.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23808"/>
            <a:ext cx="11612880" cy="49991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groups still split, but their peaks sit before t = 0, so this alignment smears the response into the baseline window.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9603" y="1417320"/>
            <a:ext cx="8162313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Only 2 of 12 movies pass the population test; excited fraction is low (~2–6%) because the real response is mostly before t = 0.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and inhibited cells are intermingled across dorsal cortex; there is no single on-or-off region in these unaligned FOVs.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00" y="1417320"/>
            <a:ext cx="7562918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About 48–57 pokes per movie; median interval is 5.3 s (set to 3 s, with mechanical jitter). Long gaps are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560696"/>
            <a:ext cx="11612880" cy="492532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all movies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4160" y="1417320"/>
            <a:ext cx="4653199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1240 neurons and 56 pokes; the population pre vs post test is significant (p = 1.0e-04).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5.5% and inhibited 23.2% of 1240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5.5% excited, 23.2% inhibited out of 1240 neurons; population test significant (p = 1.0e-04).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14581"/>
            <a:ext cx="11612880" cy="461755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(5.5% exc, 23.2% inh of 1240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2458"/>
            <a:ext cx="11612880" cy="388180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1930 neurons and 55 pokes; the population pre vs post test is significant (p = 0.002).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5.1% and inhibited 23.2% of 1930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5.1% excited, 23.2% inhibited out of 1930 neurons; population test significant (p = 0.002).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(5.1% exc, 23.2% inh of 1930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07638"/>
            <a:ext cx="11612880" cy="383144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2786 neurons and 57 pokes; the population pre vs post test is not significant (p = 0.365).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4.7% and inhibited 22.4% of 2786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4.7% excited, 22.4% inhibited out of 2786 neurons; population test not significant (p = 0.365).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(4.7% exc, 22.4% inh of 2786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17832"/>
            <a:ext cx="11612880" cy="381105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3749 neurons and 57 pokes; the population pre vs post test is not significant (p = 0.909).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4.3% and inhibited 23.1% of 3749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4.3% excited, 23.1% inhibited out of 3749 neurons; population test not significant (p = 0.909).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(4.3% exc, 23.1% inh of 3749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mouse1f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28459"/>
            <a:ext cx="11612880" cy="3789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2097 neurons and 57 pokes; the population pre vs post test is not significant (p = 0.178).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5.4% and inhibited 28.3% of 2097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5.4% excited, 28.3% inhibited out of 2097 neurons; population test not significant (p = 0.178).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(5.4% exc, 28.3% inh of 2097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58732"/>
            <a:ext cx="11612880" cy="3529254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2889 neurons and 57 pokes; the population pre vs post test is not significant (p = 0.940).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5.8% and inhibited 28.4% of 2889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5.8% excited, 28.4% inhibited out of 2889 neurons; population test not significant (p = 0.940).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(5.8% exc, 28.4% inh of 2889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57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5650"/>
            <a:ext cx="11612880" cy="5135418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s00  8.38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927"/>
            <a:ext cx="11612880" cy="355686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3012 neurons and 56 pokes; the population pre vs post test is not significant (p = 0.893).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3.5% and inhibited 24.0% of 3012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3.5% excited, 24.0% inhibited out of 3012 neurons; population test not significant (p = 0.893).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(3.5% exc, 24.0% inh of 3012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3583"/>
            <a:ext cx="11612880" cy="3639553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4022 neurons and 56 pokes; the population pre vs post test is not significant (p = 0.860).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4.6% and inhibited 24.3% of 4022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4.6% excited, 24.3% inhibited out of 4022 neurons; population test not significant (p = 0.860).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(4.6% exc, 24.3% inh of 4022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56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s01  20 mW/cm2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90564"/>
            <a:ext cx="11612880" cy="366559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1407 neurons and 55 pokes; the population pre vs post test is not significant (p = 0.423).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2.4% and inhibited 26.7% of 1407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2.4% excited, 26.7% inhibited out of 1407 neurons; population test not significant (p = 0.423).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(2.4% exc, 26.7% inh of 1407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44833"/>
            <a:ext cx="11612880" cy="355705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2040 neurons and 54 pokes; the population pre vs post test is not significant (p = 0.548).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95370"/>
            <a:ext cx="11612880" cy="5055978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3.3% and inhibited 25.6% of 2040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3.3% excited, 25.6% inhibited out of 2040 neurons; population test not significant (p = 0.548).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(3.3% exc, 25.6% inh of 2040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54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mouse2c  s02  power TBD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206360"/>
            <a:ext cx="11612880" cy="3633998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1537 neurons and 55 pokes; the population pre vs post test is not significant (p = 0.423).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6.5% and inhibited 28.4% of 1537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6.5% excited, 28.4% inhibited out of 1537 neurons; population test not significant (p = 0.423).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(6.5% exc, 28.4% inh of 1537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55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084269"/>
            <a:ext cx="11612880" cy="3878181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Fig1  Population PSTH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Mean population activity (z-score) and fraction of active cells, aligned to each poke (t = 0 is peak_post_idx).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This FOV has 2148 neurons and 48 pokes; the population pre vs post test is not significant (p = 0.397).</a:t>
            </a:r>
          </a:p>
        </p:txBody>
      </p:sp>
      <p:pic>
        <p:nvPicPr>
          <p:cNvPr id="4" name="Picture 3" descr="fig1_population_ps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80476"/>
            <a:ext cx="11612880" cy="5085766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Fig2  Neuron STA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average trace around the poke, sorted by response size; right panel is the mean of excited vs inhibited cells.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Excited 6.2% and inhibited 23.3% of 2148 neurons; see the STA split on the right.</a:t>
            </a:r>
          </a:p>
        </p:txBody>
      </p:sp>
      <p:pic>
        <p:nvPicPr>
          <p:cNvPr id="4" name="Picture 3" descr="fig2_neuron_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162" y="1417320"/>
            <a:ext cx="1091319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Fig3  Excited vs inhibited cells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Per neuron: mean z in 0.4–1.2 s after t=0 vs -2–0 s before; signed-rank, p&lt;0.05, sign of the difference.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6.2% excited, 23.3% inhibited out of 2148 neurons; population test not significant (p = 0.397).</a:t>
            </a:r>
          </a:p>
        </p:txBody>
      </p:sp>
      <p:pic>
        <p:nvPicPr>
          <p:cNvPr id="4" name="Picture 3" descr="fig3_responsive_cel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728216"/>
            <a:ext cx="11612880" cy="4590288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poke-response map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Each neuron’s post−pre amplitude is painted onto its EXTRACT footprint. Red = excited, blue = inhibited. Left: anatomy. Middle: all cells. Right: p&lt;0.05 only.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Red = excited, blue = inhibited on this FOV (6.2% exc, 23.3% inh of 2148 neurons).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982494"/>
            <a:ext cx="11612880" cy="4081731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Fig5  Trial raster and poke interval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One row per poke (population z over time) and the histogram of time between detected pokes.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48 pokes detected in this movie; intervals near 5.3 s, with occasional missed peaks.</a:t>
            </a:r>
          </a:p>
        </p:txBody>
      </p:sp>
      <p:pic>
        <p:nvPicPr>
          <p:cNvPr id="4" name="Picture 3" descr="fig5_trial_tim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56745"/>
            <a:ext cx="11612880" cy="5133229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46304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F3A5F"/>
                </a:solidFill>
                <a:latin typeface="Calibri"/>
              </a:defRPr>
            </a:pPr>
            <a:r>
              <a:t>Fig4  Spatial map by event   |   m3 (LabVIEW m1f)  s00  mirror2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Calibri"/>
              </a:defRPr>
            </a:pPr>
            <a:r>
              <a:t>What:  Same neurons and FOV, three t=0 definitions: pre (onset candidate), peak (brightness peak), post (after the peak). Shared color scale.</a:t>
            </a:r>
          </a:p>
          <a:p>
            <a:pPr algn="l">
              <a:defRPr sz="1500" b="1">
                <a:solidFill>
                  <a:srgbClr val="0D5C63"/>
                </a:solidFill>
                <a:latin typeface="Calibri"/>
              </a:defRPr>
            </a:pPr>
            <a:r>
              <a:t>Result:  The spatial pattern is similar across events: mixed red and blue cells. Peak shows the strongest lock; post is weaker because the response is mostly before t=0.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2144728"/>
            <a:ext cx="11612880" cy="3757262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F3A5F"/>
                </a:solidFill>
                <a:latin typeface="Calibri"/>
              </a:defRPr>
            </a:pPr>
            <a: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743200"/>
            <a:ext cx="9966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555555"/>
                </a:solidFill>
                <a:latin typeface="Calibri"/>
              </a:defRPr>
            </a:pPr>
            <a:r>
              <a:t>Compare pre (onset candidate) and peak (strongest neural lock) decks; post is mainly a negative control for timing. FOVs are not aligned across mice or mirrors.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