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Take-home: anterior excited, posterior inhibited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After aligning every FOV (P left, A right), compare cells in the back third vs the front third.</a:t>
            </a:r>
          </a:p>
          <a:p>
            <a:pPr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In 18/18 recordings the front is more excited than the back (signrank p = 0.0002).</a:t>
            </a:r>
          </a:p>
        </p:txBody>
      </p:sp>
      <p:pic>
        <p:nvPicPr>
          <p:cNvPr id="4" name="Picture 3" descr="takehome_anterior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73" y="1234440"/>
            <a:ext cx="9609373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