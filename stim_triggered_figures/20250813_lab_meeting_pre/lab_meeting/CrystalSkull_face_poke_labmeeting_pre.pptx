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Face poking on crystal skull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2025-08-13   |   t = 0 at peak_pre_idx (onset candidate)   |   window 0.4–1.2 s vs -2–0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062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5C63"/>
                </a:solidFill>
                <a:latin typeface="Calibri"/>
              </a:defRPr>
            </a:pPr>
            <a:r>
              <a:t>Take-home: cortex is time-locked to the poke; a region map still needs spatial footprints.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Whole dorsal cortex Ca2+ imaging while a motor arm pokes the face. Every movie on this day is a poking session — there is no no-poke baseline.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Two recordings of the same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s00 = 8.38 mW/cm2, s01 = 20 mW/cm2. mirror1 and mirror2 are two optical paths (two FOVs at the same time).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poke time is defined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No behavior camera. A blocker on the arm changes mean-frame intensity. t = 0 is peak_pre_idx: the intensity minimum just before the positive brightness peak (candidate stimulus onset).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traces are analyzed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EXTRACT traces at 33 Hz. Cut -2 to +3 s around each poke. A cell is excited or inhibited if 0.4–1.2 s differs from -2–0 s (Wilcoxon signed-rank, p&lt;0.05).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What we cannot show yet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Fig4 is a session-average picture of the FOV. To paint which cortical regions are excited vs inhibited, Omer needs to export spatial_weights as a normal sparse matrix.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All recordings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12 movies  |  same alignment and windows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Activity dips at poke onset, then rises and peaks about 1.5 s later — a delayed, poke-locked population response.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23808"/>
            <a:ext cx="11612880" cy="49991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 subset of cells go up after the poke and another subset go down; the all-cell mean is small because they partly cancel.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603" y="1417320"/>
            <a:ext cx="8162313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About 5–13% of cells are excited and 17–24% inhibited; only 5 of 12 movies pass the population test with this window.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60696"/>
            <a:ext cx="11612880" cy="49253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response map)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EXTRACT session-mean image: average brightness over the whole movie, not pre vs post poke.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Cells are dense across dorsal cortex, but this picture cannot say which regions turned on or off after poking.</a:t>
            </a:r>
          </a:p>
        </p:txBody>
      </p:sp>
      <p:pic>
        <p:nvPicPr>
          <p:cNvPr id="4" name="Picture 3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377" y="1417320"/>
            <a:ext cx="764076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About 48–57 pokes per movie; median interval is 5.3 s (set to 3 s, with mechanical jitter). Long gaps are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60696"/>
            <a:ext cx="11612880" cy="49253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1240 neurons and 56 pokes; the population pre vs post test is significant (p = 0.021).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9.0% and inhibited 21.3% of 1240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9.0% excited, 21.3% inhibited out of 1240 neurons; population test significant (p = 0.021).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14581"/>
            <a:ext cx="11612880" cy="461755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response map)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EXTRACT session-mean image: average brightness over the whole movie, not pre vs post poke.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is only where cells sit in this FOV — not which cells responded to the poke.</a:t>
            </a:r>
          </a:p>
        </p:txBody>
      </p:sp>
      <p:pic>
        <p:nvPicPr>
          <p:cNvPr id="4" name="Picture 3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1930 neurons and 55 pokes; the population pre vs post test is not significant (p = 0.143).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9.4% and inhibited 21.1% of 1930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9.4% excited, 21.1% inhibited out of 1930 neurons; population test not significant (p = 0.143).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response map)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EXTRACT session-mean image: average brightness over the whole movie, not pre vs post poke.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is only where cells sit in this FOV — not which cells responded to the poke.</a:t>
            </a:r>
          </a:p>
        </p:txBody>
      </p:sp>
      <p:pic>
        <p:nvPicPr>
          <p:cNvPr id="4" name="Picture 3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2786 neurons and 57 pokes; the population pre vs post test is significant (p = 2.4e-04).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12.0% and inhibited 17.2% of 2786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12.0% excited, 17.2% inhibited out of 2786 neurons; population test significant (p = 2.4e-04).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response map)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EXTRACT session-mean image: average brightness over the whole movie, not pre vs post poke.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is only where cells sit in this FOV — not which cells responded to the poke.</a:t>
            </a:r>
          </a:p>
        </p:txBody>
      </p:sp>
      <p:pic>
        <p:nvPicPr>
          <p:cNvPr id="4" name="Picture 3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3749 neurons and 57 pokes; the population pre vs post test is significant (p = 3.8e-05).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13.0% and inhibited 17.8% of 3749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13.0% excited, 17.8% inhibited out of 3749 neurons; population test significant (p = 3.8e-05).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response map)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EXTRACT session-mean image: average brightness over the whole movie, not pre vs post poke.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is only where cells sit in this FOV — not which cells responded to the poke.</a:t>
            </a:r>
          </a:p>
        </p:txBody>
      </p:sp>
      <p:pic>
        <p:nvPicPr>
          <p:cNvPr id="4" name="Picture 3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2097 neurons and 57 pokes; the population pre vs post test is not significant (p = 0.125).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7.9% and inhibited 19.8% of 2097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7.9% excited, 19.8% inhibited out of 2097 neurons; population test not significant (p = 0.125).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response map)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EXTRACT session-mean image: average brightness over the whole movie, not pre vs post poke.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is only where cells sit in this FOV — not which cells responded to the poke.</a:t>
            </a:r>
          </a:p>
        </p:txBody>
      </p:sp>
      <p:pic>
        <p:nvPicPr>
          <p:cNvPr id="4" name="Picture 3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5650"/>
            <a:ext cx="11612880" cy="513541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2889 neurons and 57 pokes; the population pre vs post test is significant (p = 0.021).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9.0% and inhibited 19.6% of 2889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9.0% excited, 19.6% inhibited out of 2889 neurons; population test significant (p = 0.021).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response map)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EXTRACT session-mean image: average brightness over the whole movie, not pre vs post poke.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is only where cells sit in this FOV — not which cells responded to the poke.</a:t>
            </a:r>
          </a:p>
        </p:txBody>
      </p:sp>
      <p:pic>
        <p:nvPicPr>
          <p:cNvPr id="4" name="Picture 3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3012 neurons and 56 pokes; the population pre vs post test is not significant (p = 0.419).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6.1% and inhibited 21.1% of 3012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6.1% excited, 21.1% inhibited out of 3012 neurons; population test not significant (p = 0.419).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response map)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EXTRACT session-mean image: average brightness over the whole movie, not pre vs post poke.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is only where cells sit in this FOV — not which cells responded to the poke.</a:t>
            </a:r>
          </a:p>
        </p:txBody>
      </p:sp>
      <p:pic>
        <p:nvPicPr>
          <p:cNvPr id="4" name="Picture 3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4022 neurons and 56 pokes; the population pre vs post test is not significant (p = 0.267).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6.5% and inhibited 20.5% of 4022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6.5% excited, 20.5% inhibited out of 4022 neurons; population test not significant (p = 0.267).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response map)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EXTRACT session-mean image: average brightness over the whole movie, not pre vs post poke.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is only where cells sit in this FOV — not which cells responded to the poke.</a:t>
            </a:r>
          </a:p>
        </p:txBody>
      </p:sp>
      <p:pic>
        <p:nvPicPr>
          <p:cNvPr id="4" name="Picture 3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1407 neurons and 55 pokes; the population pre vs post test is not significant (p = 0.968).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5.5% and inhibited 23.9% of 1407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5.5% excited, 23.9% inhibited out of 1407 neurons; population test not significant (p = 0.968).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response map)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EXTRACT session-mean image: average brightness over the whole movie, not pre vs post poke.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is only where cells sit in this FOV — not which cells responded to the poke.</a:t>
            </a:r>
          </a:p>
        </p:txBody>
      </p:sp>
      <p:pic>
        <p:nvPicPr>
          <p:cNvPr id="4" name="Picture 3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2040 neurons and 54 pokes; the population pre vs post test is not significant (p = 0.240).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5.9% and inhibited 22.2% of 2040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5.9% excited, 22.2% inhibited out of 2040 neurons; population test not significant (p = 0.240).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response map)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EXTRACT session-mean image: average brightness over the whole movie, not pre vs post poke.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is only where cells sit in this FOV — not which cells responded to the poke.</a:t>
            </a:r>
          </a:p>
        </p:txBody>
      </p:sp>
      <p:pic>
        <p:nvPicPr>
          <p:cNvPr id="4" name="Picture 3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54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1537 neurons and 55 pokes; the population pre vs post test is significant (p = 0.018).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9.8% and inhibited 22.9% of 1537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9.8% excited, 22.9% inhibited out of 1537 neurons; population test significant (p = 0.018).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response map)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EXTRACT session-mean image: average brightness over the whole movie, not pre vs post poke.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is only where cells sit in this FOV — not which cells responded to the poke.</a:t>
            </a:r>
          </a:p>
        </p:txBody>
      </p:sp>
      <p:pic>
        <p:nvPicPr>
          <p:cNvPr id="4" name="Picture 3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856" y="1417320"/>
            <a:ext cx="680780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2148 neurons and 48 pokes; the population pre vs post test is not significant (p = 0.831).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6.7% and inhibited 21.8% of 2148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6.7% excited, 21.8% inhibited out of 2148 neurons; population test not significant (p = 0.831).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response map)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EXTRACT session-mean image: average brightness over the whole movie, not pre vs post poke.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is only where cells sit in this FOV — not which cells responded to the poke.</a:t>
            </a:r>
          </a:p>
        </p:txBody>
      </p:sp>
      <p:pic>
        <p:nvPicPr>
          <p:cNvPr id="4" name="Picture 3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856" y="1417320"/>
            <a:ext cx="680780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48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Export spatial footprints → map excited vs inhibited cells onto cortex. Optionally also show the peak_idx alignment, which locks more tightly because the 0.4–1.2 s window was chosen for that peak.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