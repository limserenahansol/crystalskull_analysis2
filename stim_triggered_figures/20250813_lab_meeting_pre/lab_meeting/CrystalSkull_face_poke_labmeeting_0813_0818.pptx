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13 Aug vs 18 Aug   |   same peri-poke analysis   |   different t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cortex is poke-locked on both days, with more inhibited than excited cells and an anterior-excited / posterior-inhibited bias. The PSTH shape change is mostly the timing marker (peak vs dip), not a different behavior.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Both days are poking sessions (no no-poke baseline). m1f and m2c were imaged on both days; m3 only on 13 Aug. mirror1 / mirror2 are two optical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The only intended difference is t =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13 Aug peak_idx = positive brightness peak. 18 Aug peak_idx = single-frame intensity DIP (Omer). Analysis windows are identical: -2 to +3 s peri, 0.4–1.2 s vs -2–0 s, Wilcoxon signed-rank.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and maps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EXTRACT temporal_weights at 33 Hz. Spatial maps use Omer's EXTRACT spatial_weights (footprints reconstructed from the ndSparse CSC in each *_ext.mat). Red = excited, blue = inhibited. mirror2 is flipped so anterior is on the RIGHT (P left, A right).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Numbers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cell-classification windows on both days. 18 Aug has fewer movies, a shorter ITI, and a dip-based t = 0.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Population lock is tighter on 13 Aug (11/12 movies) than 18 Aug (3/6), but the exc &lt; inh split is the same direction both days.</a:t>
            </a:r>
          </a:p>
        </p:txBody>
      </p:sp>
      <p:pic>
        <p:nvPicPr>
          <p:cNvPr id="4" name="Picture 3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59651"/>
            <a:ext cx="11521440" cy="4544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Excited vs inhibited fractions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black dot is one movie. Red bars = mean % excited; blue bars = mean %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Inhibition dominates on both days (~6–14% excited vs ~19–37% inhibited). 18 Aug m201 is especially inhibition-heavy.</a:t>
            </a:r>
          </a:p>
        </p:txBody>
      </p:sp>
      <p:pic>
        <p:nvPicPr>
          <p:cNvPr id="4" name="Picture 3" descr="comparison_fra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13" y="1234440"/>
            <a:ext cx="952089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population z and fraction active, aligned to each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sharp transient at t=0, dip, rebound ~0.8 s. 18 Aug: activity already rising before t=0, then a crash at the dip.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t = 0 is the brightness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t = 0 is the intensity dip</a:t>
            </a:r>
          </a:p>
        </p:txBody>
      </p:sp>
      <p:pic>
        <p:nvPicPr>
          <p:cNvPr id="6" name="Picture 5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44871"/>
            <a:ext cx="5852160" cy="2519233"/>
          </a:xfrm>
          <a:prstGeom prst="rect">
            <a:avLst/>
          </a:prstGeom>
        </p:spPr>
      </p:pic>
      <p:pic>
        <p:nvPicPr>
          <p:cNvPr id="7" name="Picture 6" descr="fig1_population_ps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44871"/>
            <a:ext cx="5852160" cy="25192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Cohort-mean stimulus-triggered averages of excited, inhibited, and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Both days split into an up group and a down group. The all-cell mean is modest because they cancel — more completely on 18 Aug.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6875"/>
            <a:ext cx="5852160" cy="3775224"/>
          </a:xfrm>
          <a:prstGeom prst="rect">
            <a:avLst/>
          </a:prstGeom>
        </p:spPr>
      </p:pic>
      <p:pic>
        <p:nvPicPr>
          <p:cNvPr id="7" name="Picture 6" descr="fig2_neuron_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36027"/>
            <a:ext cx="5852160" cy="37369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Fig3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Per neuron: 0.4–1.2 s after t=0 vs -2–0 s before; signed-rank p&lt;0.05.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11/12 movies significant. 18 Aug: 3/6 (both m201 s00, plus m201 s01 mirror1). m200 on 18 Aug is not significant (missed dips).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3460"/>
            <a:ext cx="5852160" cy="2482054"/>
          </a:xfrm>
          <a:prstGeom prst="rect">
            <a:avLst/>
          </a:prstGeom>
        </p:spPr>
      </p:pic>
      <p:pic>
        <p:nvPicPr>
          <p:cNvPr id="7" name="Picture 6" descr="fig3_responsive_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63460"/>
            <a:ext cx="5852160" cy="2482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Fig4  Spatial maps  (aligned, significant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EXTRACT footprints x poke amplitude. mirror2 flipped. P = posterior (left), A = anterior (right).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Cells are locally intermingled on both days. After the same AP alignment, anterior tends to be more excited and posterior more inhibited.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12 FOVs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6 FOVs</a:t>
            </a:r>
          </a:p>
        </p:txBody>
      </p:sp>
      <p:pic>
        <p:nvPicPr>
          <p:cNvPr id="6" name="Picture 5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48612"/>
            <a:ext cx="5852160" cy="3911751"/>
          </a:xfrm>
          <a:prstGeom prst="rect">
            <a:avLst/>
          </a:prstGeom>
        </p:spPr>
      </p:pic>
      <p:pic>
        <p:nvPicPr>
          <p:cNvPr id="7" name="Picture 6" descr="cohort_aligned_s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53666"/>
            <a:ext cx="5852160" cy="35016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Fig5  Poke counts and interval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events per movie and the histogram of time between events.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 median ITI 5.30 s (~48–57 pokes). 18 Aug median 3.36 s; m201 is dense (~83–91), m200 has ~20 s gaps from missed dips.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2931"/>
            <a:ext cx="5852160" cy="2483112"/>
          </a:xfrm>
          <a:prstGeom prst="rect">
            <a:avLst/>
          </a:prstGeom>
        </p:spPr>
      </p:pic>
      <p:pic>
        <p:nvPicPr>
          <p:cNvPr id="7" name="Picture 6" descr="fig5_trial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71867"/>
            <a:ext cx="5852160" cy="2465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Anterior–posterior bias  |  13 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Spearman ρ between each cell's LR position and poke amplitude. After flipping mirror2, anterior is to the right in every movie.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12/12 movies ρ &gt; 0 (median 0.13, signrank p = 4.9e-4): anterior more excited, posterior more inhibited. Not a CCF registration — AP is the LR axis along the hemispheres.</a:t>
            </a:r>
          </a:p>
        </p:txBody>
      </p:sp>
      <p:pic>
        <p:nvPicPr>
          <p:cNvPr id="4" name="Picture 3" descr="fig4b_anterior_posterior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1993"/>
            <a:ext cx="11521440" cy="50198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This is one poking cortex, not two different experiments. The cell split (more inh than exc) and the mixed spatial map repeat across days.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PSTH shape follows the marker: 13 Aug peak sits on a neural transient; 18 Aug dip sits on a crash after activity has already risen — so the dip is a later (or darker) landmark, not a weaker poke.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18 Aug looks statistically weaker (3/6 vs 11/12) for three technical reasons: dip-based t=0, shorter 3.36 s ITI overlapping the [-2, 3] s window, and missed dips on m200.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Mean population amplitude near zero is cancellation (red vs blue cells), not 'no response'. That is why the maps are more informative than the all-cell PSTH.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Skin-contact time is still not proven. 13 Aug peak is the strongest neural lock; 18 Aug dip is Omer's physical guess for that day. Do not treat either as ground-truth onset without a behavior camera.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What we should not over-claim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 is not CCF/bregma registered. 'Anterior' means the right side after aligning mirror2 to mirror1, along the hemispheres.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Power is labeled only on 13 Aug (s00 = 8.38, s01 = 20 mW/cm2). Do not copy those values onto 18 Aug.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m200 on 18 Aug failing the population test is consistent with missed dips, not evidence that this mouse has no poke map (its spatial map still shows mixed red/blue).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We reconstructed EXTRACT spatial_weights from the file (CSC). That is Omer's footprint matrix, not a new segmentation.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13 Aug  in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t = 0 is peak_idx (positive brightness peak)  |  12 movies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to the brightness peak.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Transient at t=0, brief dip, rebound ~0.8 s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204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Excited vs inhibited vs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two groups partly cancel in the population mean.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64" y="1234440"/>
            <a:ext cx="836299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Fig3  Responsive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0.4–1.2 s vs -2–0 s, signed-rank.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11/12 movies p&lt;0.05; ~9% exc, ~28% inh.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864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Fig4  Aligned spatial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 left, A right. Red = excited, blue =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Intermingled cells; anterior-excited / posterior-inhibited after the mirror2 flip.</a:t>
            </a:r>
          </a:p>
        </p:txBody>
      </p:sp>
      <p:pic>
        <p:nvPicPr>
          <p:cNvPr id="4" name="Picture 3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05" y="1234440"/>
            <a:ext cx="807110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Fig5  Trial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Pokes per movie and ITI.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Median interval 5.30 s; about 48–57 pokes per movie.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7605"/>
            <a:ext cx="11521440" cy="48886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18 Aug  in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t = 0 is peak_idx (intensity DIP)  |  6 movies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to the intensity dip.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Rise into t=0, sharp drop at the dip, slow recovery — same shape in all 6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204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Excited vs inhibited vs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Same up/down split; all-cell mean is close to zero because inhibition wins on m201.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404" y="1234440"/>
            <a:ext cx="844871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Fig3  Responsive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0.4–1.2 s window as 13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3/6 movies p&lt;0.05; m201 carries the effect, m200 does not.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864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Fig4  Aligned spatial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 left, A right. Same EXTRACT footprint method as 13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Still mixed red/blue, with the same AP direction after flipping mirror2.</a:t>
            </a:r>
          </a:p>
        </p:txBody>
      </p:sp>
      <p:pic>
        <p:nvPicPr>
          <p:cNvPr id="4" name="Picture 3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566" y="1234440"/>
            <a:ext cx="901638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Fig5  Trial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dips and ITI.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Median 3.36 s. m200 ~43–45 dips with ~20 s gaps; m201 ~83–91.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5198"/>
            <a:ext cx="11521440" cy="48534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Keep the two decks separate when discussing timing (peak vs dip). Use this combined deck for the biology that repeats: mixed excitation/inhibition, AP bias, EXTRACT spatial footprints. A behavior camera or a common physical marker would be needed to put both days on one true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