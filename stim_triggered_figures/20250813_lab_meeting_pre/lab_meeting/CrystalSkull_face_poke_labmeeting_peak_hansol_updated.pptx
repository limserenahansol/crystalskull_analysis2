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2" r:id="rId6"/>
    <p:sldId id="263" r:id="rId7"/>
    <p:sldId id="264" r:id="rId8"/>
    <p:sldId id="265" r:id="rId9"/>
    <p:sldId id="266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3" r:id="rId56"/>
    <p:sldId id="314" r:id="rId57"/>
    <p:sldId id="315" r:id="rId58"/>
    <p:sldId id="316" r:id="rId59"/>
    <p:sldId id="317" r:id="rId60"/>
    <p:sldId id="318" r:id="rId61"/>
    <p:sldId id="319" r:id="rId62"/>
    <p:sldId id="320" r:id="rId63"/>
    <p:sldId id="321" r:id="rId64"/>
    <p:sldId id="322" r:id="rId65"/>
    <p:sldId id="323" r:id="rId66"/>
    <p:sldId id="324" r:id="rId67"/>
    <p:sldId id="325" r:id="rId68"/>
    <p:sldId id="326" r:id="rId69"/>
    <p:sldId id="327" r:id="rId70"/>
    <p:sldId id="328" r:id="rId7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5389E85-1BD7-43D0-B745-0E1411411AF7}">
          <p14:sldIdLst>
            <p14:sldId id="256"/>
            <p14:sldId id="257"/>
            <p14:sldId id="259"/>
            <p14:sldId id="260"/>
            <p14:sldId id="262"/>
            <p14:sldId id="263"/>
            <p14:sldId id="264"/>
            <p14:sldId id="265"/>
            <p14:sldId id="266"/>
          </p14:sldIdLst>
        </p14:section>
        <p14:section name="individual video details" id="{873F2A2B-1DD5-4DF7-80C8-05A6A5E651B5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40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3A5F"/>
                </a:solidFill>
                <a:latin typeface="Calibri"/>
              </a:defRPr>
            </a:pPr>
            <a:r>
              <a:t>Face poking on crystal skull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926080"/>
            <a:ext cx="9966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2025-08-13   |   t = 0 at peak_idx (positive brightness peak)   |   window 0.4–1.2 s vs -2–0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20624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5C63"/>
                </a:solidFill>
                <a:latin typeface="Calibri"/>
              </a:defRPr>
            </a:pPr>
            <a:r>
              <a:rPr dirty="0"/>
              <a:t>Take-home: cortex is tightly time-locked to the brightness peak (11/12 movies); a region map still needs spatial footprints.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Whole dorsal cortex Ca2+ imaging while a motor arm pokes the face. Every movie on this day is a poking session — there is no no-poke baseline.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How poke time is defined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No behavior camera. A blocker on the arm changes mean-frame intensity. t = 0 is peak_idx: the positive brightness peak. This is the strongest neural alignment, but it is not proven to be the moment of skin contact.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How traces are analyzed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EXTRACT traces at 33 Hz. Cut -2 to +3 s around each poke. A cell is excited or inhibited if 0.4–1.2 s differs from -2–0 s (Wilcoxon signed-rank, p&lt;0.05).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1945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D5C63"/>
                </a:solidFill>
                <a:latin typeface="Calibri"/>
              </a:defRPr>
            </a:pPr>
            <a:r>
              <a:t>All recordings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12 movies  |  t = 0 is peak_idx (brightness peak)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A sharp transient at t = 0, a brief dip, then a rebound peaking ~0.8 s — the same shape in all 12 movies.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23808"/>
            <a:ext cx="11612880" cy="49991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cells rise after the peak; inhibited cells go down; the all-cell mean is small because the two groups partly cancel.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009" y="1417320"/>
            <a:ext cx="80795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About 6–14% of cells are excited and 23–31% inhibited; 11 of 12 movies have a significant population response.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60696"/>
            <a:ext cx="11612880" cy="49253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all movies   |   aligned (P left, A right)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Significant cells on each FOV after aligning anterior to the right (mirror2 left-right flipped). Red = excited, blue = inhibited. P = posterior, A = anterior.</a:t>
            </a:r>
          </a:p>
          <a:p>
            <a:pPr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After this alignment, all 12 movies show the same bias: more excitation anteriorly and more inhibition posteriorly, even though cells stay intermingled.</a:t>
            </a:r>
          </a:p>
        </p:txBody>
      </p:sp>
      <p:pic>
        <p:nvPicPr>
          <p:cNvPr id="4" name="Picture 3" descr="cohort_aligned_s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1401" y="1783080"/>
            <a:ext cx="7318716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mouse1f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1240 neurons and 56 pokes; the population pre vs post test is significant (p = 4.9e-10).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mouse1f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12.3% and inhibited 27.3% of 1240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mouse1f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12.3% excited, 27.3% inhibited out of 1240 neurons; population test significant (p = 4.9e-10).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14581"/>
            <a:ext cx="11612880" cy="461755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mouse1f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neuron's post-pre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and inhibited cells are intermingled across dorsal cortex; there is no single on-or-off region in these unaligned FOVs.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645" y="1417320"/>
            <a:ext cx="690222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mouse1f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56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mouse1f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1930 neurons and 55 pokes; the population pre vs post test is significant (p = 4.0e-09).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mouse1f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11.9% and inhibited 27.5% of 1930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mouse1f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11.9% excited, 27.5% inhibited out of 1930 neurons; population test significant (p = 4.0e-09).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mouse1f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neuron's post-pre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and inhibited cells are intermingled across dorsal cortex; there is no single on-or-off region in these unaligned FOVs.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645" y="1417320"/>
            <a:ext cx="690222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mouse1f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55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mouse1f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2786 neurons and 57 pokes; the population pre vs post test is significant (p = 2.1e-06).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mouse1f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8.2% and inhibited 23.4% of 2786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mouse1f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8.2% excited, 23.4% inhibited out of 2786 neurons; population test significant (p = 2.1e-06).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mouse1f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neuron's post-pre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and inhibited cells are intermingled across dorsal cortex; there is no single on-or-off region in these unaligned FOVs.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645" y="1417320"/>
            <a:ext cx="690222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mouse1f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57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mouse1f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3749 neurons and 57 pokes; the population pre vs post test is significant (p = 4.8e-04).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mouse1f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7.6% and inhibited 23.6% of 3749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mouse1f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7.6% excited, 23.6% inhibited out of 3749 neurons; population test significant (p = 4.8e-04).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mouse1f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neuron's post-pre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and inhibited cells are intermingled across dorsal cortex; there is no single on-or-off region in these unaligned FOVs.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645" y="1417320"/>
            <a:ext cx="690222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mouse1f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57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2097 neurons and 57 pokes; the population pre vs post test is significant (p = 1.4e-04).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8.7% and inhibited 29.9% of 2097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8.7% excited, 29.9% inhibited out of 2097 neurons; population test significant (p = 1.4e-04).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mouse2c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neuron's post-pre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and inhibited cells are intermingled across dorsal cortex; there is no single on-or-off region in these unaligned FOVs.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645" y="1417320"/>
            <a:ext cx="690222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57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2889 neurons and 57 pokes; the population pre vs post test is significant (p = 0.006).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9.2% and inhibited 30.8% of 2889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9.2% excited, 30.8% inhibited out of 2889 neurons; population test significant (p = 0.006).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mouse2c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neuron's post-pre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and inhibited cells are intermingled across dorsal cortex; there is no single on-or-off region in these unaligned FOVs.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645" y="1417320"/>
            <a:ext cx="690222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57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3012 neurons and 56 pokes; the population pre vs post test is not significant (p = 0.061).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6.1% and inhibited 28.6% of 3012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6.1% excited, 28.6% inhibited out of 3012 neurons; population test not significant (p = 0.061).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mouse2c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neuron's post-pre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and inhibited cells are intermingled across dorsal cortex; there is no single on-or-off region in these unaligned FOVs.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645" y="1417320"/>
            <a:ext cx="690222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56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4022 neurons and 56 pokes; the population pre vs post test is significant (p = 0.024).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95370"/>
            <a:ext cx="11612880" cy="5055978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7.7% and inhibited 27.3% of 4022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7.7% excited, 27.3% inhibited out of 4022 neurons; population test significant (p = 0.024).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mouse2c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neuron's post-pre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and inhibited cells are intermingled across dorsal cortex; there is no single on-or-off region in these unaligned FOVs.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645" y="1417320"/>
            <a:ext cx="690222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56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s02  power TBD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1407 neurons and 55 pokes; the population pre vs post test is significant (p = 0.036).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s02  power TBD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5.8% and inhibited 29.9% of 1407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s02  power TBD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5.8% excited, 29.9% inhibited out of 1407 neurons; population test significant (p = 0.036).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mouse2c  s02  power TBD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neuron's post-pre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and inhibited cells are intermingled across dorsal cortex; there is no single on-or-off region in these unaligned FOVs.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645" y="1417320"/>
            <a:ext cx="690222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s02  power TBD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55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s02  power TBD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2040 neurons and 54 pokes; the population pre vs post test is significant (p = 0.013).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s02  power TBD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6.3% and inhibited 29.3% of 2040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s02  power TBD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6.3% excited, 29.3% inhibited out of 2040 neurons; population test significant (p = 0.013).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mouse2c  s02  power TBD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neuron's post-pre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and inhibited cells are intermingled across dorsal cortex; there is no single on-or-off region in these unaligned FOVs.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645" y="1417320"/>
            <a:ext cx="690222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s02  power TBD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54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m3 (LabVIEW m1f)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1537 neurons and 55 pokes; the population pre vs post test is significant (p = 7.0e-07).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m3 (LabVIEW m1f)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14.1% and inhibited 29.7% of 1537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m3 (LabVIEW m1f)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14.1% excited, 29.7% inhibited out of 1537 neurons; population test significant (p = 7.0e-07).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14581"/>
            <a:ext cx="11612880" cy="4617557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m3 (LabVIEW m1f)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neuron's post-pre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and inhibited cells are intermingled across dorsal cortex; there is no single on-or-off region in these unaligned FOVs.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856" y="1417320"/>
            <a:ext cx="680780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m3 (LabVIEW m1f)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55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m3 (LabVIEW m1f)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2148 neurons and 48 pokes; the population pre vs post test is significant (p = 1.3e-04).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m3 (LabVIEW m1f)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12.1% and inhibited 30.5% of 2148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m3 (LabVIEW m1f)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12.1% excited, 30.5% inhibited out of 2148 neurons; population test significant (p = 1.3e-04).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m3 (LabVIEW m1f)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neuron's post-pre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and inhibited cells are intermingled across dorsal cortex; there is no single on-or-off region in these unaligned FOVs.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856" y="1417320"/>
            <a:ext cx="680780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m3 (LabVIEW m1f)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48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Export spatial footprints → map excited vs inhibited cells onto cortex. Also compare the peak_pre_idx deck, which is the better physical candidate for stimulus onset.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4212</Words>
  <Application>Microsoft Office PowerPoint</Application>
  <PresentationFormat>Widescreen</PresentationFormat>
  <Paragraphs>205</Paragraphs>
  <Slides>70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hansol lim</cp:lastModifiedBy>
  <cp:revision>3</cp:revision>
  <dcterms:created xsi:type="dcterms:W3CDTF">2013-01-27T09:14:16Z</dcterms:created>
  <dcterms:modified xsi:type="dcterms:W3CDTF">2026-09-02T22:48:41Z</dcterms:modified>
  <cp:category/>
</cp:coreProperties>
</file>