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peak_pre_idx (onset candidate)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activity dips at the pre-minimum then rises ~1.5 s later; red/blue maps show where those cells sit in each FOV.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peak_pre_idx: the intensity minimum just before the positive brightness peak (candidate stimulus onset).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cell's post-pre z is painted on its footprint. Red = excited, blue = inhibited.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peak_pre_idx (onset candidate)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Activity dips at poke onset, then rises and peaks about 1.5 s later — a delayed, poke-locked population response.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subset of cells go up after the poke and another subset go down; the all-cell mean is small because they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03" y="1417320"/>
            <a:ext cx="81623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5–13% of cells are excited and 17–24% inhibited; only 5 of 12 movies pass the population test with this window.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00" y="1417320"/>
            <a:ext cx="75629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cohort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160" y="1417320"/>
            <a:ext cx="465319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0.021).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9.0% and inhibited 21.3%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9.0% excited, 21.3% inhibited out of 1240 neurons; population test significant (p = 0.021).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(9.0% exc, 21.3% inh of 1240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2458"/>
            <a:ext cx="11612880" cy="3881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not significant (p = 0.143).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9.4% and inhibited 21.1%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9.4% excited, 21.1% inhibited out of 1930 neurons; population test not significant (p = 0.143).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(9.4% exc, 21.1% inh of 1930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7638"/>
            <a:ext cx="11612880" cy="38314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12.0% and inhibited 17.2%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12.0% excited, 17.2% inhibited out of 2786 neurons; population test significant (p = 2.4e-04).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(12.0% exc, 17.2% inh of 2786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17832"/>
            <a:ext cx="11612880" cy="38110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3.8e-05).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13.0% and inhibited 17.8%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13.0% excited, 17.8% inhibited out of 3749 neurons; population test significant (p = 3.8e-05).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(13.0% exc, 17.8% inh of 3749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8459"/>
            <a:ext cx="11612880" cy="3789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not significant (p = 0.125).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7.9% and inhibited 19.8%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7.9% excited, 19.8% inhibited out of 2097 neurons; population test not significant (p = 0.125).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(7.9% exc, 19.8% inh of 2097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58732"/>
            <a:ext cx="11612880" cy="352925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0.021).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9.0% and inhibited 19.6%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9.0% excited, 19.6% inhibited out of 2889 neurons; population test significant (p = 0.021).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(9.0% exc, 19.6% inh of 2889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927"/>
            <a:ext cx="11612880" cy="35568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0.419).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21.1%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21.1% inhibited out of 3012 neurons; population test not significant (p = 0.419).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(6.1% exc, 21.1% inh of 3012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3583"/>
            <a:ext cx="11612880" cy="363955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not significant (p = 0.267).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6.5% and inhibited 20.5%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6.5% excited, 20.5% inhibited out of 4022 neurons; population test not significant (p = 0.267).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(6.5% exc, 20.5% inh of 4022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0564"/>
            <a:ext cx="11612880" cy="366559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not significant (p = 0.968).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5.5% and inhibited 23.9%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5.5% excited, 23.9% inhibited out of 1407 neurons; population test not significant (p = 0.968).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(5.5% exc, 23.9% inh of 1407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833"/>
            <a:ext cx="11612880" cy="355705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not significant (p = 0.240).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5.9% and inhibited 22.2%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5.9% excited, 22.2% inhibited out of 2040 neurons; population test not significant (p = 0.240).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(5.9% exc, 22.2% inh of 2040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6360"/>
            <a:ext cx="11612880" cy="363399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0.018).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9.8% and inhibited 22.9%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9.8% excited, 22.9% inhibited out of 1537 neurons; population test significant (p = 0.018).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(9.8% exc, 22.9% inh of 1537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4269"/>
            <a:ext cx="11612880" cy="387818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peak_pre_idx).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not significant (p = 0.831).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6.7% and inhibited 21.8%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6.7% excited, 21.8% inhibited out of 2148 neurons; population test not significant (p = 0.831).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(6.7% exc, 21.8% inh of 2148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4728"/>
            <a:ext cx="11612880" cy="375726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Compare this onset-candidate map with the peak_idx deck (stronger lock, 0.4–1.2 s window was chosen for that peak). FOVs are not aligned across mice or mirrors.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