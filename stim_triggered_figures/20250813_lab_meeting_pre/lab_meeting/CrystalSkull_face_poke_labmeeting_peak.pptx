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peak_idx (positive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tightly time-locked to the brightness peak (11/12 movies); red/blue maps show excited vs inhibited cells on each FOV.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peak_idx: the positive brightness peak. This is the strongest neural alignment, but it is not proven to be the moment of skin contact.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peak_idx (brightness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sharp transient at t = 0, a brief dip, then a rebound peaking ~0.8 s — the same shape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cells rise after the peak; inhibited cells go down; the all-cell mean is small because the two groups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09" y="1417320"/>
            <a:ext cx="8079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6–14% of cells are excited and 23–31% inhibited; 11 of 12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9646"/>
            <a:ext cx="11612880" cy="4927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4.9e-10).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12.3% and inhibited 27.3%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12.3% excited, 27.3% inhibited out of 1240 neurons; population test significant (p = 4.9e-10).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(12.3% exc, 27.3% inh of 1240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4.0e-09).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11.9% and inhibited 27.5%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11.9% excited, 27.5% inhibited out of 1930 neurons; population test significant (p = 4.0e-09).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(11.9% exc, 27.5% inh of 1930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2.1e-06).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8.2% and inhibited 23.4%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8.2% excited, 23.4% inhibited out of 2786 neurons; population test significant (p = 2.1e-06).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(8.2% exc, 23.4% inh of 2786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4.8e-04).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7.6% and inhibited 23.6%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7.6% excited, 23.6% inhibited out of 3749 neurons; population test significant (p = 4.8e-04).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(7.6% exc, 23.6% inh of 3749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significant (p = 1.4e-04).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8.7% and inhibited 29.9%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8.7% excited, 29.9% inhibited out of 2097 neurons; population test significant (p = 1.4e-04).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(8.7% exc, 29.9% inh of 2097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9.2% and inhibited 30.8%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9.2% excited, 30.8% inhibited out of 2889 neurons; population test significant (p = 0.006).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(9.2% exc, 30.8% inh of 2889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0.061).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28.6%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28.6% inhibited out of 3012 neurons; population test not significant (p = 0.061).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(6.1% exc, 28.6% inh of 3012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significant (p = 0.024).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7.7% and inhibited 27.3%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7.7% excited, 27.3% inhibited out of 4022 neurons; population test significant (p = 0.024).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(7.7% exc, 27.3% inh of 4022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significant (p = 0.036).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29.9%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29.9% inhibited out of 1407 neurons; population test significant (p = 0.036).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29.9% inh of 1407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significant (p = 0.013).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29.3%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29.3% inhibited out of 2040 neurons; population test significant (p = 0.013).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(6.3% exc, 29.3% inh of 2040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7.0e-07).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14.1% and inhibited 29.7%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14.1% excited, 29.7% inhibited out of 1537 neurons; population test significant (p = 7.0e-07).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(14.1% exc, 29.7% inh of 1537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significant (p = 1.3e-04).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12.1% and inhibited 30.5%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12.1% excited, 30.5% inhibited out of 2148 neurons; population test significant (p = 1.3e-04).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(12.1% exc, 30.5% inh of 2148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these maps with the peak_pre_idx deck (better physical candidate for skin-contact onset).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