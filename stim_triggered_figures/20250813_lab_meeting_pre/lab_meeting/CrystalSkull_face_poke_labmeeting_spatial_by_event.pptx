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Spatial poke maps by 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2025-08-13   |   same cells, three t = 0 markers: pre / peak / 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Take-home: excited and inhibited cells are mixed in every FOV; the pattern does not flip to one region when the event changes.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to read these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Red = excited, blue = inhibited after the poke. Columns are pre (onset candidate), peak (brightness peak), and post (after the peak). Color scale is shared within each movie.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All movies  |  pre vs peak vs post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cohort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160" y="1417320"/>
            <a:ext cx="465319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1f_s00_pwr8.38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82458"/>
            <a:ext cx="11612880" cy="38818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1f_s00_pwr8.38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07638"/>
            <a:ext cx="11612880" cy="38314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1f_s01_pwr20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17832"/>
            <a:ext cx="11612880" cy="38110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1f_s01_pwr20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28459"/>
            <a:ext cx="11612880" cy="3789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0_pwr8.38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58732"/>
            <a:ext cx="11612880" cy="35292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0_pwr8.38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44927"/>
            <a:ext cx="11612880" cy="35568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1_pwr20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03583"/>
            <a:ext cx="11612880" cy="36395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1_pwr20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90564"/>
            <a:ext cx="11612880" cy="36655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2_pwrNA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44833"/>
            <a:ext cx="11612880" cy="35570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2_pwrNA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06360"/>
            <a:ext cx="11612880" cy="36339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3_m1f_s00_pwr8.38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84269"/>
            <a:ext cx="11612880" cy="38781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3_m1f_s00_pwr8.38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44728"/>
            <a:ext cx="11612880" cy="37572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