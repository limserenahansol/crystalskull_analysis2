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Face poking on crystal skull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2025-08-18   |   t = 0 at peak_idx = intensity DIP   |   window 0.4–1.2 s vs -2–0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Take-home: the dip-aligned movies still show a poke-locked cortex, with more inhibited than excited cells and the same anterior-excited / posterior-inhibited spatial bias after aligning mirror2.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Whole dorsal cortex Ca2+ imaging while a motor arm pokes the face. All 6 movies on this day are poking sessions (m200 = mouse1f; m201 = mouse2c). s00/s01 are sequential recordings; power is not labeled for this day. mirror1 and mirror2 are two optical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poke time is defined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No behavior camera. A blocker on the arm changes mean-frame intensity. On 13 Aug, peak_idx was a positive brightness peak. On 18 Aug, Omer marked peak_idx at the single-frame intensity DIP (the frame that goes dark). Some dips were hard to see; regular ~3.36 s spacing lets missed ones be inferred. Missed dips leave ~20 s gaps, mostly in m200.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traces are analyzed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traces at 33 Hz. Cut -2 to +3 s around each dip. A cell is excited or inhibited if 0.4–1.2 s differs from -2–0 s (Wilcoxon signed-rank, p&lt;0.05). Same windows as the 13 Aug peak_idx deck.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the spatial map is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spatial footprints were reconstructed from the file (ndSparse CSC). Each cell's post-pre z is painted on its footprint. Red = excited, blue = inhibited. mirror2 is flipped left-right so anterior is on the RIGHT in every panel (P left, A right — same as 13 Aug).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All recordings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6 movies  |  t = 0 is the intensity dip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the intensity dip).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Activity rises into t = 0, then drops sharply at the dip and recovers slowly — the same shape in all 6 movies.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23808"/>
            <a:ext cx="11612880" cy="49991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 subset of cells go up after the dip and another subset go down; the all-cell mean is modest because they partly cancel.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03" y="1417320"/>
            <a:ext cx="816231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6–10% of cells are excited and 19–37% inhibited; 3 of 6 movies have a significant population response.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069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(aligned)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Significant cells on each FOV after aligning anterior to the right (mirror2 flipped). Red = excited, blue = inhibited. P = posterior, A = anterior.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Cells are intermingled, with the same anterior-excited / posterior-inhibited bias seen on 13 Aug after this alignment.</a:t>
            </a:r>
          </a:p>
        </p:txBody>
      </p:sp>
      <p:pic>
        <p:nvPicPr>
          <p:cNvPr id="4" name="Picture 3" descr="fig4_spatial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386" y="1417320"/>
            <a:ext cx="871074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dips.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Median interval is 3.36 s. m200 has several ~20 s gaps (missed dips); m201 is nearly complete (~83–91 pokes).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77378"/>
            <a:ext cx="11612880" cy="48919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(m200)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the intensity dip).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2253 neurons and 43 detected dips; the population pre vs post test is not significant (p = 0.639).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(m200)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8.9% and inhibited 19.1% of 2253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(m200)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8.9% excited, 19.1% inhibited out of 2253 neurons; population test not significant (p = 0.639).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(aligned)   |   mouse1f (m200)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Significant cells on each FOV after aligning anterior to the right (mirror2 flipped). Red = excited, blue = inhibited. P = posterior, A = anterior.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(8.9% exc, 19.1% inh of 2253 neurons). P left, A right.</a:t>
            </a:r>
          </a:p>
        </p:txBody>
      </p:sp>
      <p:pic>
        <p:nvPicPr>
          <p:cNvPr id="4" name="Picture 3" descr="fig4_spatial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01322"/>
            <a:ext cx="11612880" cy="40440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(m200)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dips.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43 dips detected in this movie; median interval ~3.36 s. Long gaps are missed dips.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(m200)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the intensity dip).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3428 neurons and 45 detected dips; the population pre vs post test is not significant (p = 0.129).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(m200)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10.3% and inhibited 19.7% of 3428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(m200)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10.3% excited, 19.7% inhibited out of 3428 neurons; population test not significant (p = 0.129).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(aligned)   |   mouse1f (m200)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Significant cells on each FOV after aligning anterior to the right (mirror2 flipped). Red = excited, blue = inhibited. P = posterior, A = anterior.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(10.3% exc, 19.7% inh of 3428 neurons). P left, A right.</a:t>
            </a:r>
          </a:p>
        </p:txBody>
      </p:sp>
      <p:pic>
        <p:nvPicPr>
          <p:cNvPr id="4" name="Picture 3" descr="fig4_spatial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01322"/>
            <a:ext cx="11612880" cy="404407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(m200)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dips.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45 dips detected in this movie; median interval ~3.36 s. Long gaps are missed dips.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(m201)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the intensity dip).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1770 neurons and 83 detected dips; the population pre vs post test is significant (p = 8.2e-06).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(m201)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6.3% and inhibited 29.6% of 1770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(m201)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6.3% excited, 29.6% inhibited out of 1770 neurons; population test significant (p = 8.2e-06).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(aligned)   |   mouse2c (m201)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Significant cells on each FOV after aligning anterior to the right (mirror2 flipped). Red = excited, blue = inhibited. P = posterior, A = anterior.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(6.3% exc, 29.6% inh of 1770 neurons). P left, A right.</a:t>
            </a:r>
          </a:p>
        </p:txBody>
      </p:sp>
      <p:pic>
        <p:nvPicPr>
          <p:cNvPr id="4" name="Picture 3" descr="fig4_spatial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01322"/>
            <a:ext cx="11612880" cy="404407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(m201)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dips.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83 dips detected in this movie; median interval ~3.36 s. Long gaps are missed dips.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(m201)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the intensity dip).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2767 neurons and 83 detected dips; the population pre vs post test is significant (p = 0.002).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(m201)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8.0% and inhibited 28.3% of 2767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(m201)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8.0% excited, 28.3% inhibited out of 2767 neurons; population test significant (p = 0.002).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(aligned)   |   mouse2c (m201)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Significant cells on each FOV after aligning anterior to the right (mirror2 flipped). Red = excited, blue = inhibited. P = posterior, A = anterior.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(8.0% exc, 28.3% inh of 2767 neurons). P left, A right.</a:t>
            </a:r>
          </a:p>
        </p:txBody>
      </p:sp>
      <p:pic>
        <p:nvPicPr>
          <p:cNvPr id="4" name="Picture 3" descr="fig4_spatial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01322"/>
            <a:ext cx="11612880" cy="404407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(m201)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dips.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83 dips detected in this movie; median interval ~3.36 s. Long gaps are missed dips.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(m201)  s01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the intensity dip).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1557 neurons and 90 detected dips; the population pre vs post test is significant (p = 0.008).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(m201)  s01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6.9% and inhibited 36.9% of 1557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(m201)  s01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6.9% excited, 36.9% inhibited out of 1557 neurons; population test significant (p = 0.008).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4581"/>
            <a:ext cx="11612880" cy="461755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(aligned)   |   mouse2c (m201)  s01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Significant cells on each FOV after aligning anterior to the right (mirror2 flipped). Red = excited, blue = inhibited. P = posterior, A = anterior.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(6.9% exc, 36.9% inh of 1557 neurons). P left, A right.</a:t>
            </a:r>
          </a:p>
        </p:txBody>
      </p:sp>
      <p:pic>
        <p:nvPicPr>
          <p:cNvPr id="4" name="Picture 3" descr="fig4_spatial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01322"/>
            <a:ext cx="11612880" cy="404407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(m201)  s01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dips.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90 dips detected in this movie; median interval ~3.36 s. Long gaps are missed dips.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5650"/>
            <a:ext cx="11612880" cy="513541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(m201)  s01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the intensity dip).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2524 neurons and 91 detected dips; the population pre vs post test is not significant (p = 0.200).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(m201)  s01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8.0% and inhibited 35.9% of 2524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(m201)  s01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8.0% excited, 35.9% inhibited out of 2524 neurons; population test not significant (p = 0.200).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(aligned)   |   mouse2c (m201)  s01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Significant cells on each FOV after aligning anterior to the right (mirror2 flipped). Red = excited, blue = inhibited. P = posterior, A = anterior.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(8.0% exc, 35.9% inh of 2524 neurons). P left, A right.</a:t>
            </a:r>
          </a:p>
        </p:txBody>
      </p:sp>
      <p:pic>
        <p:nvPicPr>
          <p:cNvPr id="4" name="Picture 3" descr="fig4_spatial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01322"/>
            <a:ext cx="11612880" cy="404407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(m201)  s01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dips.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91 dips detected in this movie; median interval ~3.36 s. Long gaps are missed dips.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Power for s00/s01 on this day is not labeled yet. Compare this dip-aligned deck with the 13 Aug peak_idx deck: same analysis, different t = 0 definition.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