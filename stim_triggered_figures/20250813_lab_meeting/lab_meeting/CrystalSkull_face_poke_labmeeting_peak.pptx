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F3A5F"/>
                </a:solidFill>
                <a:latin typeface="Calibri"/>
              </a:defRPr>
            </a:pPr>
            <a:r>
              <a:t>Face poking on crystal skull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926080"/>
            <a:ext cx="9966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555"/>
                </a:solidFill>
                <a:latin typeface="Calibri"/>
              </a:defRPr>
            </a:pPr>
            <a:r>
              <a:t>2025-08-13   |   t = 0 at peak_idx (positive brightness peak)   |   window 0.4–1.2 s vs -2–0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20624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5C63"/>
                </a:solidFill>
                <a:latin typeface="Calibri"/>
              </a:defRPr>
            </a:pPr>
            <a:r>
              <a:t>Take-home: cortex is tightly time-locked to the brightness peak (11/12 movies); red/blue maps show excited vs inhibited cells on each FOV.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920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55555"/>
                </a:solidFill>
                <a:latin typeface="Calibri"/>
              </a:defRPr>
            </a:pPr>
            <a:r>
              <a:t>Whole dorsal cortex Ca2+ imaging while a motor arm pokes the face. Every movie on this day is a poking session — there is no no-poke baseline.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920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Two recordings of the same 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55555"/>
                </a:solidFill>
                <a:latin typeface="Calibri"/>
              </a:defRPr>
            </a:pPr>
            <a:r>
              <a:t>s00 = 8.38 mW/cm2, s01 = 20 mW/cm2. mirror1 and mirror2 are two optical paths (two FOVs at the same time).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920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How poke time is defined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55555"/>
                </a:solidFill>
                <a:latin typeface="Calibri"/>
              </a:defRPr>
            </a:pPr>
            <a:r>
              <a:t>No behavior camera. A blocker on the arm changes mean-frame intensity. t = 0 is peak_idx: the positive brightness peak. This is the strongest neural alignment, but it is not proven to be the moment of skin contact.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920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How traces are analyzed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55555"/>
                </a:solidFill>
                <a:latin typeface="Calibri"/>
              </a:defRPr>
            </a:pPr>
            <a:r>
              <a:t>EXTRACT traces at 33 Hz. Cut -2 to +3 s around each poke. A cell is excited or inhibited if 0.4–1.2 s differs from -2–0 s (Wilcoxon signed-rank, p&lt;0.05).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920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How the spatial map is made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55555"/>
                </a:solidFill>
                <a:latin typeface="Calibri"/>
              </a:defRPr>
            </a:pPr>
            <a:r>
              <a:t>EXTRACT spatial footprints were reconstructed from the file (ndSparse CSC). Each cell's post-pre z is painted on its footprint. Red = excited, blue = inhibited.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1945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D5C63"/>
                </a:solidFill>
                <a:latin typeface="Calibri"/>
              </a:defRPr>
            </a:pPr>
            <a:r>
              <a:t>All recordings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555"/>
                </a:solidFill>
                <a:latin typeface="Calibri"/>
              </a:defRPr>
            </a:pPr>
            <a:r>
              <a:t>12 movies  |  t = 0 is peak_idx (brightness peak)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all movies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A sharp transient at t = 0, a brief dip, then a rebound peaking ~0.8 s — the same shape in all 12 movies.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23808"/>
            <a:ext cx="11612880" cy="499910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all movies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cells rise after the peak; inhibited cells go down; the all-cell mean is small because the two groups partly cancel.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009" y="1417320"/>
            <a:ext cx="80795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all movies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About 6–14% of cells are excited and 23–31% inhibited; 11 of 12 movies have a significant population response.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60696"/>
            <a:ext cx="11612880" cy="492532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all movies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and inhibited cells are intermingled across dorsal cortex; there is no single on-or-off region in these unaligned FOVs.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9300" y="1417320"/>
            <a:ext cx="7562918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all movies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About 48–57 pokes per movie; median interval is 5.3 s (set to 3 s, with mechanical jitter). Long gaps are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59646"/>
            <a:ext cx="11612880" cy="492742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map by event   |   all movies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Same neurons and FOV, three t=0 definitions: pre (onset candidate), peak (brightness peak), post (after the peak). Shared color scale.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The spatial pattern is similar across events: mixed red and blue cells. Peak shows the strongest lock; post is weaker because the response is mostly before t=0.</a:t>
            </a:r>
          </a:p>
        </p:txBody>
      </p:sp>
      <p:pic>
        <p:nvPicPr>
          <p:cNvPr id="4" name="Picture 3" descr="cohort_spatial_by_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4160" y="1417320"/>
            <a:ext cx="4653199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mouse1f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1240 neurons and 56 pokes; the population pre vs post test is significant (p = 4.9e-10).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mouse1f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12.3% and inhibited 27.3% of 1240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mouse1f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12.3% excited, 27.3% inhibited out of 1240 neurons; population test significant (p = 4.9e-10).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14581"/>
            <a:ext cx="11612880" cy="461755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mouse1f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(12.3% exc, 27.3% inh of 1240 neurons).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mouse1f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56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map by event   |   mouse1f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Same neurons and FOV, three t=0 definitions: pre (onset candidate), peak (brightness peak), post (after the peak). Shared color scale.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The spatial pattern is similar across events: mixed red and blue cells. Peak shows the strongest lock; post is weaker because the response is mostly before t=0.</a:t>
            </a:r>
          </a:p>
        </p:txBody>
      </p:sp>
      <p:pic>
        <p:nvPicPr>
          <p:cNvPr id="4" name="Picture 3" descr="m1f_s00_pwr8.38_mirror1_spatial_by_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082458"/>
            <a:ext cx="11612880" cy="388180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mouse1f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1930 neurons and 55 pokes; the population pre vs post test is significant (p = 4.0e-09).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mouse1f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11.9% and inhibited 27.5% of 1930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mouse1f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11.9% excited, 27.5% inhibited out of 1930 neurons; population test significant (p = 4.0e-09).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mouse1f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(11.9% exc, 27.5% inh of 1930 neurons).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mouse1f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55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map by event   |   mouse1f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Same neurons and FOV, three t=0 definitions: pre (onset candidate), peak (brightness peak), post (after the peak). Shared color scale.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The spatial pattern is similar across events: mixed red and blue cells. Peak shows the strongest lock; post is weaker because the response is mostly before t=0.</a:t>
            </a:r>
          </a:p>
        </p:txBody>
      </p:sp>
      <p:pic>
        <p:nvPicPr>
          <p:cNvPr id="4" name="Picture 3" descr="m1f_s00_pwr8.38_mirror2_spatial_by_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107638"/>
            <a:ext cx="11612880" cy="383144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mouse1f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2786 neurons and 57 pokes; the population pre vs post test is significant (p = 2.1e-06).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mouse1f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8.2% and inhibited 23.4% of 2786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mouse1f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8.2% excited, 23.4% inhibited out of 2786 neurons; population test significant (p = 2.1e-06).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mouse1f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(8.2% exc, 23.4% inh of 2786 neurons).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mouse1f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57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map by event   |   mouse1f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Same neurons and FOV, three t=0 definitions: pre (onset candidate), peak (brightness peak), post (after the peak). Shared color scale.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The spatial pattern is similar across events: mixed red and blue cells. Peak shows the strongest lock; post is weaker because the response is mostly before t=0.</a:t>
            </a:r>
          </a:p>
        </p:txBody>
      </p:sp>
      <p:pic>
        <p:nvPicPr>
          <p:cNvPr id="4" name="Picture 3" descr="m1f_s01_pwr20_mirror1_spatial_by_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117832"/>
            <a:ext cx="11612880" cy="381105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mouse1f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3749 neurons and 57 pokes; the population pre vs post test is significant (p = 4.8e-04).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mouse1f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7.6% and inhibited 23.6% of 3749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mouse1f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7.6% excited, 23.6% inhibited out of 3749 neurons; population test significant (p = 4.8e-04).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mouse1f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(7.6% exc, 23.6% inh of 3749 neurons).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mouse1f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57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map by event   |   mouse1f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Same neurons and FOV, three t=0 definitions: pre (onset candidate), peak (brightness peak), post (after the peak). Shared color scale.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The spatial pattern is similar across events: mixed red and blue cells. Peak shows the strongest lock; post is weaker because the response is mostly before t=0.</a:t>
            </a:r>
          </a:p>
        </p:txBody>
      </p:sp>
      <p:pic>
        <p:nvPicPr>
          <p:cNvPr id="4" name="Picture 3" descr="m1f_s01_pwr20_mirror2_spatial_by_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128459"/>
            <a:ext cx="11612880" cy="37898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mouse2c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2097 neurons and 57 pokes; the population pre vs post test is significant (p = 1.4e-04).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mouse2c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8.7% and inhibited 29.9% of 2097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mouse2c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8.7% excited, 29.9% inhibited out of 2097 neurons; population test significant (p = 1.4e-04).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mouse2c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(8.7% exc, 29.9% inh of 2097 neurons).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mouse2c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57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map by event   |   mouse2c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Same neurons and FOV, three t=0 definitions: pre (onset candidate), peak (brightness peak), post (after the peak). Shared color scale.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The spatial pattern is similar across events: mixed red and blue cells. Peak shows the strongest lock; post is weaker because the response is mostly before t=0.</a:t>
            </a:r>
          </a:p>
        </p:txBody>
      </p:sp>
      <p:pic>
        <p:nvPicPr>
          <p:cNvPr id="4" name="Picture 3" descr="m2c_s00_pwr8.38_mirror1_spatial_by_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258732"/>
            <a:ext cx="11612880" cy="3529254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mouse2c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2889 neurons and 57 pokes; the population pre vs post test is significant (p = 0.006).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mouse2c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9.2% and inhibited 30.8% of 2889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mouse2c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9.2% excited, 30.8% inhibited out of 2889 neurons; population test significant (p = 0.006).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mouse2c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(9.2% exc, 30.8% inh of 2889 neurons).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mouse2c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57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map by event   |   mouse2c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Same neurons and FOV, three t=0 definitions: pre (onset candidate), peak (brightness peak), post (after the peak). Shared color scale.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The spatial pattern is similar across events: mixed red and blue cells. Peak shows the strongest lock; post is weaker because the response is mostly before t=0.</a:t>
            </a:r>
          </a:p>
        </p:txBody>
      </p:sp>
      <p:pic>
        <p:nvPicPr>
          <p:cNvPr id="4" name="Picture 3" descr="m2c_s00_pwr8.38_mirror2_spatial_by_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244927"/>
            <a:ext cx="11612880" cy="3556865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mouse2c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3012 neurons and 56 pokes; the population pre vs post test is not significant (p = 0.061).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mouse2c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6.1% and inhibited 28.6% of 3012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mouse2c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6.1% excited, 28.6% inhibited out of 3012 neurons; population test not significant (p = 0.061).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mouse2c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(6.1% exc, 28.6% inh of 3012 neurons).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mouse2c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56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map by event   |   mouse2c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Same neurons and FOV, three t=0 definitions: pre (onset candidate), peak (brightness peak), post (after the peak). Shared color scale.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The spatial pattern is similar across events: mixed red and blue cells. Peak shows the strongest lock; post is weaker because the response is mostly before t=0.</a:t>
            </a:r>
          </a:p>
        </p:txBody>
      </p:sp>
      <p:pic>
        <p:nvPicPr>
          <p:cNvPr id="4" name="Picture 3" descr="m2c_s01_pwr20_mirror1_spatial_by_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203583"/>
            <a:ext cx="11612880" cy="3639553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mouse2c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4022 neurons and 56 pokes; the population pre vs post test is significant (p = 0.024).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95370"/>
            <a:ext cx="11612880" cy="5055978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mouse2c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7.7% and inhibited 27.3% of 4022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mouse2c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7.7% excited, 27.3% inhibited out of 4022 neurons; population test significant (p = 0.024).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mouse2c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(7.7% exc, 27.3% inh of 4022 neurons).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mouse2c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56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map by event   |   mouse2c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Same neurons and FOV, three t=0 definitions: pre (onset candidate), peak (brightness peak), post (after the peak). Shared color scale.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The spatial pattern is similar across events: mixed red and blue cells. Peak shows the strongest lock; post is weaker because the response is mostly before t=0.</a:t>
            </a:r>
          </a:p>
        </p:txBody>
      </p:sp>
      <p:pic>
        <p:nvPicPr>
          <p:cNvPr id="4" name="Picture 3" descr="m2c_s01_pwr20_mirror2_spatial_by_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190564"/>
            <a:ext cx="11612880" cy="366559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mouse2c  s02  power TBD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1407 neurons and 55 pokes; the population pre vs post test is significant (p = 0.036).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mouse2c  s02  power TBD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5.8% and inhibited 29.9% of 1407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mouse2c  s02  power TBD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5.8% excited, 29.9% inhibited out of 1407 neurons; population test significant (p = 0.036).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mouse2c  s02  power TBD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(5.8% exc, 29.9% inh of 1407 neurons).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mouse2c  s02  power TBD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55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map by event   |   mouse2c  s02  power TBD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Same neurons and FOV, three t=0 definitions: pre (onset candidate), peak (brightness peak), post (after the peak). Shared color scale.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The spatial pattern is similar across events: mixed red and blue cells. Peak shows the strongest lock; post is weaker because the response is mostly before t=0.</a:t>
            </a:r>
          </a:p>
        </p:txBody>
      </p:sp>
      <p:pic>
        <p:nvPicPr>
          <p:cNvPr id="4" name="Picture 3" descr="m2c_s02_pwrNA_mirror1_spatial_by_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244833"/>
            <a:ext cx="11612880" cy="3557052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mouse2c  s02  power TBD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2040 neurons and 54 pokes; the population pre vs post test is significant (p = 0.013).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mouse2c  s02  power TBD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6.3% and inhibited 29.3% of 2040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mouse2c  s02  power TBD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6.3% excited, 29.3% inhibited out of 2040 neurons; population test significant (p = 0.013).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mouse2c  s02  power TBD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(6.3% exc, 29.3% inh of 2040 neurons).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mouse2c  s02  power TBD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54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map by event   |   mouse2c  s02  power TBD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Same neurons and FOV, three t=0 definitions: pre (onset candidate), peak (brightness peak), post (after the peak). Shared color scale.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The spatial pattern is similar across events: mixed red and blue cells. Peak shows the strongest lock; post is weaker because the response is mostly before t=0.</a:t>
            </a:r>
          </a:p>
        </p:txBody>
      </p:sp>
      <p:pic>
        <p:nvPicPr>
          <p:cNvPr id="4" name="Picture 3" descr="m2c_s02_pwrNA_mirror2_spatial_by_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206360"/>
            <a:ext cx="11612880" cy="3633998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m3 (LabVIEW m1f)  s00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1537 neurons and 55 pokes; the population pre vs post test is significant (p = 7.0e-07).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m3 (LabVIEW m1f)  s00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14.1% and inhibited 29.7% of 1537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m3 (LabVIEW m1f)  s00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14.1% excited, 29.7% inhibited out of 1537 neurons; population test significant (p = 7.0e-07).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14581"/>
            <a:ext cx="11612880" cy="4617557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m3 (LabVIEW m1f)  s00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(14.1% exc, 29.7% inh of 1537 neurons).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m3 (LabVIEW m1f)  s00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55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map by event   |   m3 (LabVIEW m1f)  s00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Same neurons and FOV, three t=0 definitions: pre (onset candidate), peak (brightness peak), post (after the peak). Shared color scale.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The spatial pattern is similar across events: mixed red and blue cells. Peak shows the strongest lock; post is weaker because the response is mostly before t=0.</a:t>
            </a:r>
          </a:p>
        </p:txBody>
      </p:sp>
      <p:pic>
        <p:nvPicPr>
          <p:cNvPr id="4" name="Picture 3" descr="m3_m1f_s00_pwr8.38_mirror1_spatial_by_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084269"/>
            <a:ext cx="11612880" cy="3878181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m3 (LabVIEW m1f)  s00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2148 neurons and 48 pokes; the population pre vs post test is significant (p = 1.3e-04).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m3 (LabVIEW m1f)  s00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12.1% and inhibited 30.5% of 2148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m3 (LabVIEW m1f)  s00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12.1% excited, 30.5% inhibited out of 2148 neurons; population test significant (p = 1.3e-04).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m3 (LabVIEW m1f)  s00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(12.1% exc, 30.5% inh of 2148 neurons).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m3 (LabVIEW m1f)  s00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48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map by event   |   m3 (LabVIEW m1f)  s00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Same neurons and FOV, three t=0 definitions: pre (onset candidate), peak (brightness peak), post (after the peak). Shared color scale.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The spatial pattern is similar across events: mixed red and blue cells. Peak shows the strongest lock; post is weaker because the response is mostly before t=0.</a:t>
            </a:r>
          </a:p>
        </p:txBody>
      </p:sp>
      <p:pic>
        <p:nvPicPr>
          <p:cNvPr id="4" name="Picture 3" descr="m3_m1f_s00_pwr8.38_mirror2_spatial_by_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144728"/>
            <a:ext cx="11612880" cy="3757262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920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55555"/>
                </a:solidFill>
                <a:latin typeface="Calibri"/>
              </a:defRPr>
            </a:pPr>
            <a:r>
              <a:t>Compare these maps with the peak_pre_idx deck (better physical candidate for skin-contact onset). FOVs are not aligned across mice or mirrors.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