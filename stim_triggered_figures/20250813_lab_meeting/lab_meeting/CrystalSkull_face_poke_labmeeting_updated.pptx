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Crystal skull Ca2+ imaging + face poking   |   2025-08-13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Every movie is a face-poking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There is no baseline (no-poke) recording.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s00 and s01 are the same experiment, recorded twice.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s00 = 8.38 mW/cm2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s01 = 20 mW/cm2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mirror1 and mirror2 are two optical paths (two FOVs at once).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No behavior camera.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Poke time is inferred from mean-frame intensity peaks.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Traces are aligned to peak_idx (t = 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peak_idx is the brightness peak  —  not proven as contact onset.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EXTRACT traces: 33 Hz, full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Window around each poke:  -2 s  to  +3 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Test: activity in 0.4–1.2 s vs -2–0 s  (signed-rank).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Excited = up after poke.   Inhibited = down after poke.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Fig4 is a session-mean picture of the FOV.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Fig4 does not show which neurons responded to poking.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A true region map needs spatial footprints from Omer.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916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all movies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72" y="868680"/>
            <a:ext cx="892997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576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all movies</a:t>
            </a:r>
          </a:p>
        </p:txBody>
      </p:sp>
      <p:pic>
        <p:nvPicPr>
          <p:cNvPr id="3" name="Picture 2" descr="fig4_spati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232" y="868680"/>
            <a:ext cx="844505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4725"/>
            <a:ext cx="11521440" cy="48886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s00   8.38 mW/cm2   mirror1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s00   8.38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s00   8.38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s00   8.38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8440"/>
            <a:ext cx="11521440" cy="45811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s00   8.38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s00   8.38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s00   8.38 mW/cm2   mirror2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s00   8.38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s00   8.38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s00   8.38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s00   8.38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s00   8.38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s01   20 mW/cm2   mirror1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s01   20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s01   20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s01   20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s01   20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s01   20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s01   20 mW/cm2   mirror2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s01   20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s01   20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s01   20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s01   20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s01   20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s00   8.38 mW/cm2   mirror1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s00   8.38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s00   8.38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s00   8.38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s00   8.38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s00   8.38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s00   8.38 mW/cm2   mirror2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s00   8.38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s00   8.38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s00   8.38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s00   8.38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s00   8.38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s01   20 mW/cm2   mirror1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s01   20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s01   20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s01   20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s01   20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s01   20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s01   20 mW/cm2   mirror2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s01   20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0956"/>
            <a:ext cx="11521440" cy="50161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s01   20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s01   20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s01   20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s01   20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s02   power TBD   mirror1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s02   power TBD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s02   power TBD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s02   power TBD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s02   power TBD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s02   power TBD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s02   power TBD   mirror2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s02   power TBD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s02   power TBD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s02   power TBD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s02   power TBD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s02   power TBD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m3 (LabVIEW m1f)   s00   mirror1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 s00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m3 (LabVIEW m1f)   s00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 s00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8440"/>
            <a:ext cx="11521440" cy="458119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m3 (LabVIEW m1f)   s00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50" y="868680"/>
            <a:ext cx="752441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 s00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m3 (LabVIEW m1f)   s00   mirror2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 s00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m3 (LabVIEW m1f)   s00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 s00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m3 (LabVIEW m1f)   s00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50" y="868680"/>
            <a:ext cx="752441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 s00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5C63"/>
                </a:solidFill>
                <a:latin typeface="Calibri"/>
              </a:defRPr>
            </a:pPr>
            <a:r>
              <a:t>Next: spatial footprints  →  which cortical regions respond.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