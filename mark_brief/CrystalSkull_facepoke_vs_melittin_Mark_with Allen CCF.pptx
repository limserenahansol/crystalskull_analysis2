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5" r:id="rId17"/>
    <p:sldId id="276" r:id="rId18"/>
    <p:sldId id="277" r:id="rId19"/>
    <p:sldId id="270" r:id="rId20"/>
    <p:sldId id="278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A5F"/>
                </a:solidFill>
                <a:latin typeface="Calibri"/>
              </a:defRPr>
            </a:pPr>
            <a:r>
              <a:t>Two crystal-skull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 vs  melittin  (± morphine)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language: population traces, up vs down cells, FOV maps. Face poke is peri-event. Melittin is baseline vs injection (not time-locked, cells not matched). For SBI: which paradigm?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 two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Face poke (13+18 Aug): 18 movies, 3 mice. t=0 is the poke. Excited/inhibited = 0.4–1.2 s vs −2–0 s, signed-rank p&lt;0.05. No drug. Melittin: 12 BL/INJ recordings. Both arms cropped to the shorter duration. Up/down = injection cell vs baseline session mean (independent EXTRACT IDs). Melittin+morphine uses the same CS1014 mice on a different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1. 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 drug  |  poke-locked  |  18 movies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population peri-poke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Gray = one movie. Red/black = mean ± SEM. Peri-window −2 to +3 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 brief transient, a dip, then a rebound. 14/18 movies p&lt;0.05. The all-cell mean is modest because excited and inhibited cells cancel.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5804"/>
            <a:ext cx="11612880" cy="50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mean STA. Right: % of neurons per movie. Same 0.4–1.2 s vs −2–0 s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~8.8% excited / 28.2% inhibited. Pooled: 3,719 / 43,156 excited (8.6%) and 11,908 inhibited (27.6%).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3898"/>
            <a:ext cx="11612880" cy="5070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how many cells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 across movies (both days). Excited/inhibited as above.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14/18 movies p&lt;0.05. Every mouse has more inhibited than excited cells.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0614"/>
            <a:ext cx="11612880" cy="4796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where they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all FOVs (P left, A right). Right: AP bias of poke amplitude. Not CCF/Allen registered.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intermingled. 18/18 recordings: more excitation anterior, more inhibition posterior.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73571"/>
            <a:ext cx="5943600" cy="2705216"/>
          </a:xfrm>
          <a:prstGeom prst="rect">
            <a:avLst/>
          </a:prstGeom>
        </p:spPr>
      </p:pic>
      <p:pic>
        <p:nvPicPr>
          <p:cNvPr id="5" name="Picture 4" descr="takehome_anterior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43592"/>
            <a:ext cx="5943600" cy="336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2.  Melittin  ±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Not poke-locked  |  BL vs injection  |  matched to the shorter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only  |  baseline vs injection  (n =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layout as face-poke Fig1/Fig3. Time is the recording, not a poke. Gray-tint = each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Population mean activity falls after injection in 7/8 recordings. Down cells outnumber up cells, as in face poke.</a:t>
            </a:r>
          </a:p>
        </p:txBody>
      </p:sp>
      <p:pic>
        <p:nvPicPr>
          <p:cNvPr id="4" name="Picture 3" descr="fig1_population_psth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elitti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+ morphine  |  baseline vs injection  (n =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CS1014 mice as the melittin-only pair, different day. Same crop-to-shorter-duration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Direction splits: 1/4 recordings Δ &lt; 0. This is exploratory (small n).</a:t>
            </a:r>
          </a:p>
        </p:txBody>
      </p:sp>
      <p:pic>
        <p:nvPicPr>
          <p:cNvPr id="4" name="Picture 3" descr="fig1_population_psth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Three cases  |  baseline →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line is one recording. Left: melittin only. Right: melittin + morphine. Y = population mean EXTRACT activity (8th-pct dF/F-like).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only: 7/8 go down. Morphine: 1/4. The thick line is the cohort mean.</a:t>
            </a:r>
          </a:p>
        </p:txBody>
      </p:sp>
      <p:pic>
        <p:nvPicPr>
          <p:cNvPr id="4" name="Picture 3" descr="melittin_bl_vs_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585"/>
            <a:ext cx="11612880" cy="5028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per mouse, and paired CS1014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injection-cell up/down vs BL session mean (not the same cells). Right: paired Δ (INJ − BL) for CS1014-1b/2w vs 1014m01b/02w.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Melittin-only Δ is negative in every plane. In 3/4 paired CS1014 mouse×mirror lines, morphine is less suppressed or reversed.</a:t>
            </a:r>
          </a:p>
        </p:txBody>
      </p:sp>
      <p:pic>
        <p:nvPicPr>
          <p:cNvPr id="4" name="Picture 3" descr="melittin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05238"/>
            <a:ext cx="5943600" cy="2441882"/>
          </a:xfrm>
          <a:prstGeom prst="rect">
            <a:avLst/>
          </a:prstGeom>
        </p:spPr>
      </p:pic>
      <p:pic>
        <p:nvPicPr>
          <p:cNvPr id="5" name="Picture 4" descr="fig_takehome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54256"/>
            <a:ext cx="594360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FOV maps  (same red/blue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× amp. Red = up vs BL mean, blue = down. P left, A right. Cells are not matched to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Local mix of up and down, as in face poke. Do not read this as a poke map.</a:t>
            </a:r>
          </a:p>
        </p:txBody>
      </p:sp>
      <p:pic>
        <p:nvPicPr>
          <p:cNvPr id="4" name="Picture 3" descr="fig4_spatial_response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3438"/>
            <a:ext cx="5943600" cy="3605482"/>
          </a:xfrm>
          <a:prstGeom prst="rect">
            <a:avLst/>
          </a:prstGeom>
        </p:spPr>
      </p:pic>
      <p:pic>
        <p:nvPicPr>
          <p:cNvPr id="5" name="Picture 4" descr="fig4_spatial_response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29199"/>
            <a:ext cx="5943600" cy="259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dirty="0"/>
              <a:t>What this does and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Face poke: every mouse has ~7–13% excited and ~23–30% inhibited poke-locked cells. No Allen/CCF areas yet — only AP on the skull.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Face poke cannot split pain vs touch vs surprise. There is no drug on those movies.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Melittin is a different assay. Baseline and injection EXTRACT IDs are independent, so we cannot follow the same cell into morphine.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Session-level: melittin alone lowers population activity in 7/8 recordings (one CS1014-2w plane goes up after matching durations). Morphine pairing: 3/4 mouse×mirror lines less suppressed or reversed. Small n.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Please confirm which paradigm to take forward for SBI (face poke vs melittin). Imaging is paused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C43C9-1E33-8632-A01A-1D0D6089D520}"/>
              </a:ext>
            </a:extLst>
          </p:cNvPr>
          <p:cNvSpPr txBox="1"/>
          <p:nvPr/>
        </p:nvSpPr>
        <p:spPr>
          <a:xfrm>
            <a:off x="3456432" y="2706624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lang="en-US" dirty="0"/>
              <a:t>Allen CCF registered, to see spatial diversity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28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F75D5-33B0-7843-B458-A768C212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99"/>
            <a:ext cx="12192000" cy="63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1939A-6EAE-D275-8683-9C18D65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868768"/>
            <a:ext cx="9875181" cy="51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3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D31A9-A9F8-D82F-6689-87E59B27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2148884"/>
            <a:ext cx="9875181" cy="256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5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65115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Melittin vs Melittin+ morphine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6327E-EC6C-6FBC-C4CF-AE3FBCC7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75" y="457200"/>
            <a:ext cx="7429963" cy="64393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57A00-25D5-04DC-6139-898E958B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931"/>
            <a:ext cx="12192000" cy="5016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8E365-EDDA-847A-98CB-E6B60E028E6F}"/>
              </a:ext>
            </a:extLst>
          </p:cNvPr>
          <p:cNvSpPr txBox="1"/>
          <p:nvPr/>
        </p:nvSpPr>
        <p:spPr>
          <a:xfrm>
            <a:off x="320040" y="109728"/>
            <a:ext cx="46640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face poking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896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region enrichment vs rest of cortex</a:t>
            </a:r>
          </a:p>
        </p:txBody>
      </p:sp>
      <p:pic>
        <p:nvPicPr>
          <p:cNvPr id="3" name="Picture 2" descr="fig_poke_region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" y="502920"/>
            <a:ext cx="10629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melittin+morphine  |  % up/down by area</a:t>
            </a:r>
          </a:p>
        </p:txBody>
      </p:sp>
      <p:pic>
        <p:nvPicPr>
          <p:cNvPr id="3" name="Picture 2" descr="fig_mel_vs_morphine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502920"/>
            <a:ext cx="1100987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Which areas change more  (FDR, recording-level)</a:t>
            </a:r>
          </a:p>
        </p:txBody>
      </p:sp>
      <p:pic>
        <p:nvPicPr>
          <p:cNvPr id="3" name="Picture 2" descr="fig_which_reg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" y="502920"/>
            <a:ext cx="10882563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Morphine minus melittin  |  by Allen area</a:t>
            </a:r>
          </a:p>
        </p:txBody>
      </p:sp>
      <p:pic>
        <p:nvPicPr>
          <p:cNvPr id="3" name="Picture 2" descr="fig_morphine_delta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48" y="502920"/>
            <a:ext cx="8350623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888</Words>
  <Application>Microsoft Office PowerPoint</Application>
  <PresentationFormat>Widescreen</PresentationFormat>
  <Paragraphs>49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2026-09-11T00:20:19Z</dcterms:modified>
  <cp:category/>
</cp:coreProperties>
</file>