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Can automated grimace scoring measure pain in our crystal-skull mice?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555"/>
                </a:solidFill>
              </a:rPr>
              <a:t>Testing GrimACE (Sturman et al., Lab Animal 2026) on our melittin / morphine face videos. 19 sessions, 6 mice, already synchronised to the calcium recordings.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5C63"/>
                </a:solidFill>
              </a:rPr>
              <a:t>Short answer: not on the footage as currently acquired. The fix is a camera and lighting change, not a machine-learning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Part 1  —  What the method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555"/>
                </a:solidFill>
              </a:rPr>
              <a:t>The Mouse Grimace Scale, and how GrimACE automates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The theory: five facial action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Langford et al. 2010 defined five features that change when a mouse is in pain. A trained human grades each 0/1/2 from still frames. GrimACE replaces the human with four networks.</a:t>
            </a:r>
          </a:p>
          <a:p>
            <a:r>
              <a:rPr sz="1300" b="1">
                <a:solidFill>
                  <a:srgbClr val="0D5C63"/>
                </a:solidFill>
              </a:rPr>
              <a:t>Result:  Manual scoring needs an expert, takes hours per animal, and scorers disagree — that is the problem the paper solves.</a:t>
            </a:r>
          </a:p>
        </p:txBody>
      </p:sp>
      <p:pic>
        <p:nvPicPr>
          <p:cNvPr id="4" name="Picture 3" descr="figC1_the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06" y="1143000"/>
            <a:ext cx="111094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How it performs on its own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GrimACE's published example videos run through the same offline harness I built, so this is their method on their rig.</a:t>
            </a:r>
          </a:p>
          <a:p>
            <a:r>
              <a:rPr sz="1300" b="1">
                <a:solidFill>
                  <a:srgbClr val="0D5C63"/>
                </a:solidFill>
              </a:rPr>
              <a:t>Result:  Works as advertised: frame_quality 0.998, YOLO finds the head at confidence 0.919, MGS = 1/15 for a pre-surgery baseline animal. Their published effect is 0h to 24h = +2.43 MGS (Cohen d = 0.77).</a:t>
            </a:r>
          </a:p>
        </p:txBody>
      </p:sp>
      <p:pic>
        <p:nvPicPr>
          <p:cNvPr id="4" name="Picture 3" descr="figB5_accepted_c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143000"/>
            <a:ext cx="11430000" cy="41433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Part 2  —  Applying it to our videos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555"/>
                </a:solidFill>
              </a:rPr>
              <a:t>Same models, same code, our footage. Five stages, checked one at a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Our data: 19 face-video sessions, all matched to calcium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Every behaviour session on the share, indexed and paired with its calcium recording.</a:t>
            </a:r>
          </a:p>
          <a:p>
            <a:r>
              <a:rPr sz="1300" b="1">
                <a:solidFill>
                  <a:srgbClr val="0D5C63"/>
                </a:solidFill>
              </a:rPr>
              <a:t>Result:  19 sessions, 6 mice. 1014m01b and 1014m02w have video under BOTH drug arms, which you confirmed are the same animals — so melittin vs melittin+morphine is a within-animal comparison.</a:t>
            </a:r>
          </a:p>
        </p:txBody>
      </p:sp>
      <p:pic>
        <p:nvPicPr>
          <p:cNvPr id="4" name="Picture 3" descr="figB1_behavior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143000"/>
            <a:ext cx="11430000" cy="53578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Stage by stage: where it works and where it breaks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Each of the five pipeline stages, their video on top, ours below.</a:t>
            </a:r>
          </a:p>
          <a:p>
            <a:r>
              <a:rPr sz="1300" b="1">
                <a:solidFill>
                  <a:srgbClr val="C0392B"/>
                </a:solidFill>
              </a:rPr>
              <a:t>Result:  Stage 3 fails: the YOLO head detector returns confidence 0.000-0.445 on our frames against a gate of 0.90. Stages 4-5 then run on a box I placed by hand, so those MGS numbers are not a measurement.</a:t>
            </a:r>
          </a:p>
        </p:txBody>
      </p:sp>
      <p:pic>
        <p:nvPicPr>
          <p:cNvPr id="4" name="Picture 3" descr="figB7_pipeline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63" y="1143000"/>
            <a:ext cx="1032616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Why stage 3 fails — and why it is less serious than it looks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Raw YOLO confidence on our frames, against the 0.90 gate the app hard-codes and YOLO's own 0.25 default.</a:t>
            </a:r>
          </a:p>
          <a:p>
            <a:r>
              <a:rPr sz="1300" b="1">
                <a:solidFill>
                  <a:srgbClr val="D08C1E"/>
                </a:solidFill>
              </a:rPr>
              <a:t>Result:  The detector is not blind. 2/10 of our frames clear YOLO's default threshold; none clear 0.90. The source even carries the comment TODO: Decide on confidence threshold. And our prep is head-fixed (centroid SD 18 px over 10 min), so a fixed crop removes the need for a detector entirely.</a:t>
            </a:r>
          </a:p>
        </p:txBody>
      </p:sp>
      <p:pic>
        <p:nvPicPr>
          <p:cNvPr id="4" name="Picture 3" descr="figC3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81" y="1143000"/>
            <a:ext cx="1098973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What the scorer was trained on, versus what we would feed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GrimACE's own labelled MGS training images (n = 2,972) against our fixed-box crops.</a:t>
            </a:r>
          </a:p>
          <a:p>
            <a:r>
              <a:rPr sz="1300" b="1">
                <a:solidFill>
                  <a:srgbClr val="0D5C63"/>
                </a:solidFill>
              </a:rPr>
              <a:t>Result:  Closer than expected — their training set is mostly face close-ups framed much like ours, and several of their mice are brown, not black. So framing and coat colour are not the barrier.</a:t>
            </a:r>
          </a:p>
        </p:txBody>
      </p:sp>
      <p:pic>
        <p:nvPicPr>
          <p:cNvPr id="4" name="Picture 3" descr="figB8_training_vs_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29" y="1143000"/>
            <a:ext cx="1104263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The measurable difference: contrast, not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Intensity statistics of their training crops versus ours, against the constants the scorer hard-codes.</a:t>
            </a:r>
          </a:p>
          <a:p>
            <a:r>
              <a:rPr sz="1300" b="1">
                <a:solidFill>
                  <a:srgbClr val="C0392B"/>
                </a:solidFill>
              </a:rPr>
              <a:t>Result:  Mean is close (0.581 vs 0.502, target 0.5175). Contrast is not: our SD is 0.256 against their 0.137 — 1.87x too high. A brightness gain scales mean and SD together, so it can never fix both.</a:t>
            </a:r>
          </a:p>
        </p:txBody>
      </p:sp>
      <p:pic>
        <p:nvPicPr>
          <p:cNvPr id="4" name="Picture 3" descr="figC2_normal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143000"/>
            <a:ext cx="1143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Where our extra contrast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The two crops with their intensity histograms.</a:t>
            </a:r>
          </a:p>
          <a:p>
            <a:r>
              <a:rPr sz="1300" b="1">
                <a:solidFill>
                  <a:srgbClr val="D08C1E"/>
                </a:solidFill>
              </a:rPr>
              <a:t>Result:  Their crops are filled by the animal, so the histogram has one peak. Ours splits into a dark background and a bright subject. That bimodality, not saturation, is what doubles our SD.</a:t>
            </a:r>
          </a:p>
        </p:txBody>
      </p:sp>
      <p:pic>
        <p:nvPicPr>
          <p:cNvPr id="4" name="Picture 3" descr="figC5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143000"/>
            <a:ext cx="11430000" cy="38996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Part 3  —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555"/>
                </a:solidFill>
              </a:rPr>
              <a:t>What the corrected pipeline actually returns, and what that means.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Correcting the normalisation removes most of the instability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Mean MGS across a brightness-gain sweep, three ways of normalising.</a:t>
            </a:r>
          </a:p>
          <a:p>
            <a:r>
              <a:rPr sz="1300" b="1">
                <a:solidFill>
                  <a:srgbClr val="D08C1E"/>
                </a:solidFill>
              </a:rPr>
              <a:t>Result:  My first attempt used a scalar gain and MGS swung 5.5 points — that was my error, not a property of the data. Per-image standardisation to the scorer's own constants cuts the swing to 2.0, matching their own data.</a:t>
            </a:r>
          </a:p>
        </p:txBody>
      </p:sp>
      <p:pic>
        <p:nvPicPr>
          <p:cNvPr id="4" name="Picture 3" descr="figC4_standard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57" y="1143000"/>
            <a:ext cx="94411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The decisive test — and why my first version of it was worthless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0">
                <a:solidFill>
                  <a:srgbClr val="555555"/>
                </a:solidFill>
              </a:rPr>
              <a:t>I originally tested baseline vs injection in the 20260408 sessions and found no separation.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3A5F"/>
                </a:solidFill>
              </a:rPr>
              <a:t>Two things were wrong with that test: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C0392B"/>
                </a:solidFill>
              </a:rPr>
              <a:t>1.  Wrong arm. 20260408 is melittin + MORPHINE. Morphine is an analgesic, so no grimace increase is the expected result there, not evidence of failure.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C0392B"/>
                </a:solidFill>
              </a:rPr>
              <a:t>2.  No power. Their own in-domain effect is +2.43 MGS (d = 0.77) with a per-frame SD of 3.2. At 14 frames a session mean carries a 95% CI of about +/-1.8 MGS, so a real effect needs roughly 2.6 MGS to clear noise. My reported effects were +0.43 and -0.43 — indistinguishable from zero either way.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3A5F"/>
                </a:solidFill>
              </a:rPr>
              <a:t>Re-run properly — melittin-only arm, 6 mice, 12 crop x normalisation configurations — there is still no consistent separation (best configuration: mean delta -0.15, positive in 3 of 6 mice).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D5C63"/>
                </a:solidFill>
              </a:rPr>
              <a:t>So the conclusion holds, but for a different reason than I first gave, and the earlier evidence for it should be discarded.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3A5F"/>
                </a:solidFill>
              </a:rPr>
              <a:t>What has to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5720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What:  Every difference between their setup and ours, with what it would take to fix.</a:t>
            </a:r>
          </a:p>
          <a:p>
            <a:r>
              <a:rPr sz="1300" b="1">
                <a:solidFill>
                  <a:srgbClr val="1E8449"/>
                </a:solidFill>
              </a:rPr>
              <a:t>Result:  Five of the six are rig or one-line software changes. Only retraining the scorer is a real project, and it is only needed if fixing the rig is not enough.</a:t>
            </a:r>
          </a:p>
        </p:txBody>
      </p:sp>
      <p:pic>
        <p:nvPicPr>
          <p:cNvPr id="4" name="Picture 3" descr="figC6_what_to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1143000"/>
            <a:ext cx="11430000" cy="5304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A5F"/>
                </a:solidFill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984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1F3A5F"/>
                </a:solidFill>
              </a:rPr>
              <a:t>Do not invest in retraining. The models are sound — our acquisition is out of their domain.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D5C63"/>
                </a:solidFill>
              </a:rPr>
              <a:t>When crystal-skull imaging resumes, change three things about the behaviour camera: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55555"/>
                </a:solidFill>
              </a:rPr>
              <a:t>•  Re-aim or widen so the whole head sits comfortably inside the frame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55555"/>
                </a:solidFill>
              </a:rPr>
              <a:t>•  Diffuse the IR lighting so nothing saturates — target contrast SD near 0.14, not 0.26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55555"/>
                </a:solidFill>
              </a:rPr>
              <a:t>•  Light background instead of dark, as in both validated setups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555555"/>
                </a:solidFill>
              </a:rPr>
              <a:t>Cost is a lens, a mount and a diffuser. GrimACE publishes its hardware design, so the chamber can be copied directly.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D5C63"/>
                </a:solidFill>
              </a:rPr>
              <a:t>Then both GrimACE and PainFace work off the shelf, with no retraining.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1F3A5F"/>
                </a:solidFill>
              </a:rPr>
              <a:t>Why this matters for the science: it would give an independent behavioural read-out of whether morphine actually produced analgesia — which is the single biggest gap in the current morphine result, where n = 2 paired mice and nothing confirms the drug worked.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