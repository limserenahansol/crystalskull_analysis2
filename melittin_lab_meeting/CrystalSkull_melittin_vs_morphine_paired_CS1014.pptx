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vs melittin + morphine  |  the two mice that have both  (CS1014)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biological mouse and mirror. Left of each pair = melittin only. Right = melittin + morphine. Red = up vs BL mean, blue = down. EXTRACT IDs are not matched across days.</a:t>
            </a:r>
          </a:p>
          <a:p>
            <a:pPr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3/4 pairs shift toward less suppression or net increase with morphine (CS1014-1b mirror2 is the exception). CS0204 is omitted; those mice have no morphine day.</a:t>
            </a:r>
          </a:p>
        </p:txBody>
      </p:sp>
      <p:pic>
        <p:nvPicPr>
          <p:cNvPr id="4" name="Picture 3" descr="fig4_paired_CS1014_melittin_vs_morp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67" y="804672"/>
            <a:ext cx="11413784" cy="5897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