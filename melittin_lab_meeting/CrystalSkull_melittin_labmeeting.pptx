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Melittin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Baseline vs injection  |  12 recordings  |  144,367 injection neurons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 as face poking: population traces, up vs down cells, FOV maps, and example neurons. This is not poke-aligned. Baseline and injection EXTRACT cells are independent (not the same IDs).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after melittin (bee venom) injection, with or without morphine. Each mouse has Baseline and Injection folders, mirror1path and mirror2path. CS1014 and CS0204 are melittin only; 1014m01/m02 are melittin + morphine.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Do not mix this with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is peri-poke on 13 Aug / 18 Aug. These movies have no poke times. Baseline and injection were extracted separately, so neuron #k in injection is not the same cell as neuron #k in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/T at the session frame rate (~29 Hz), binned to 1 s. Injection uses the last N seconds matched to baseline length. Maps use frr /S footprints on the injection summary image (percentile stretch + gamma + CLAHE). mirror2 is flipped so P is left and A is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a cell is called up or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amp = injection-cell mean dF/F minus the mean of all baseline-cell mean dF/F. Up/down if that cell's 1 s bins differ from the baseline session mean (t-test p&lt;0.05). Population p is a rank-sum of 1 s population mean dF/F, baseline vs injection.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Melittin only (CS1014 + CS0204) and melittin + morphine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Population baseline vs injection   (n = 12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tinted line is one recording, time normalized 0-1 inside the matched window. Blue = baseline mean, orange = injection mean.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11/12 recordings have population p&lt;0.05. Mean session Delta dF/F = -2.4375.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5357"/>
            <a:ext cx="11612880" cy="5013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Injection up vs down cells   (mean of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 analog of the poke STA: mean z of injection cells classified up or down vs the baseline session mean. Black = all injection cells.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The two groups have opposite sign by construction. The all-cell mean is the residual after they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57" y="914400"/>
            <a:ext cx="892720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Up vs down fractions   (n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An injection cell is up or down if its 1 s dF/F bins differ from the baseline session mean (p&lt;0.05). One dot = one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28.3% up and 63.5% down. 11/12 recordings p&lt;0.05 at the population level.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923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Injection FOV maps  (cannot pixel-average)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x amp. Red = up vs baseline mean, blue = down. P left, A right after flipping mirror2. FOVs are not CCF aligned.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The same local mix appears across recordings. There is no single average cortex image.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74" y="914400"/>
            <a:ext cx="856257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Cell counts and session 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EXTRACT neuron count in each injection movie. Right: population mean dF/F (injection minus baseline).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Independent cell counts. Use the Delta bars, not matched-cell before/after.</a:t>
            </a:r>
          </a:p>
        </p:txBody>
      </p:sp>
      <p:pic>
        <p:nvPicPr>
          <p:cNvPr id="4" name="Picture 3" descr="fig5_session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7605"/>
            <a:ext cx="11612880" cy="4828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Take-home  |  session Delta dF/F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One bar per recording. Teal = melittin only. Orange = melittin + morphine.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 n=8, mean Delta -3.7598. Melittin+morphine n=4, mean Delta +0.2072.</a:t>
            </a:r>
          </a:p>
        </p:txBody>
      </p:sp>
      <p:pic>
        <p:nvPicPr>
          <p:cNvPr id="4" name="Picture 3" descr="fig_takehome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39" y="914400"/>
            <a:ext cx="1040384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Take-home  |  paired CS1014 mice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biological mouse and mirror: CS1014-1b with 1014m01b, CS1014-2w with 1014m02w. CS0204 has no morphine pair in this pack.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Lines connect the two drug conditions. Small n; treat as exploratory.</a:t>
            </a:r>
          </a:p>
        </p:txBody>
      </p:sp>
      <p:pic>
        <p:nvPicPr>
          <p:cNvPr id="4" name="Picture 3" descr="fig_takehome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93" y="914400"/>
            <a:ext cx="907293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Where the example neurons sit   |   all injection FOVs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panel is one contrast-stretched crystal-skull field. Red = up examples, blue = down examples. P left, A right.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Example up and down cells are intermingled. U1/D1 are more anterior; U2/D2 more posterior.</a:t>
            </a:r>
          </a:p>
        </p:txBody>
      </p:sp>
      <p:pic>
        <p:nvPicPr>
          <p:cNvPr id="4" name="Picture 3" descr="example_fov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31" y="914400"/>
            <a:ext cx="910725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Example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Two up + two down injection cells per recording (not paired to baseline)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CS1014-1b CS1014 mirror1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CS1014-1b,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#5078, U2 posterior #3572, D1 anterior #2246, D2 posterior #14235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8522"/>
            <a:ext cx="5943600" cy="372103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CS1014-2w CS1014 mirror1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CS1014-2w,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#10152, U2 posterior #7500, D1 anterior #3025, D2 posterior #581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171"/>
            <a:ext cx="5943600" cy="3709736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6410"/>
            <a:ext cx="5943600" cy="27252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CS1014-1b CS1014 mirror2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CS1014-1b,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#4122, U2 posterior #8667, D1 anterior #10726, D2 posterior #6263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171"/>
            <a:ext cx="5943600" cy="3709736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6410"/>
            <a:ext cx="5943600" cy="27252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CS1014-2w CS1014 mirror2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CS1014-2w,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#8141, U2 posterior #8228, D1 anterior #103, D2 posterior #415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797"/>
            <a:ext cx="5943600" cy="37084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CS0204-1b CS0204 mirror1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CS0204-1b,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#5838, U2 posterior #7782, D1 anterior #9894, D2 posterior #4848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797"/>
            <a:ext cx="5943600" cy="37084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CS0204-2w CS0204 mirror1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CS0204-2w,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#1826, U2 posterior #881, D1 anterior #3061, D2 posterior #825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8522"/>
            <a:ext cx="5943600" cy="372103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CS0204-1b CS0204 mirror2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CS0204-1b,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#5359, U2 posterior #8095, D1 anterior #2017, D2 posterior #5301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797"/>
            <a:ext cx="5943600" cy="37084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CS0204-2w CS0204 mirror2  |  melittin_only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CS0204-2w,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#545, U2 posterior #959, D1 anterior #904, D2 posterior #1887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8522"/>
            <a:ext cx="5943600" cy="372103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1014m01b morphine mirror1  |  melittin_morphine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1014m01b,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#4954, U2 posterior #4925, D1 anterior #3484, D2 posterior #7564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6047"/>
            <a:ext cx="5943600" cy="37059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62886"/>
            <a:ext cx="5943600" cy="31723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1014m02w morphine mirror1  |  melittin_morphine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1014m02w, mirror1path.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#11471, U2 posterior #11925, D1 anterior #2728, D2 posterior #7364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8522"/>
            <a:ext cx="5943600" cy="372103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1014m01b morphine mirror2  |  melittin_morphine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1014m01b,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#8310, U2 posterior #2218, D1 anterior #9242, D2 posterior #14355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797"/>
            <a:ext cx="5943600" cy="37084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1014m02w morphine mirror2  |  melittin_morphine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1014m02w, mirror2path. Left: injection EXTRACT traces. Right: those cells on the injection FOV. Not the same IDs as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U1 anterior #5767, U2 posterior #11752, D1 anterior #2440, D2 posterior #4412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94797"/>
            <a:ext cx="5943600" cy="3708485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89947"/>
            <a:ext cx="5943600" cy="27181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This pack answers the same visual questions as face poking, but the clock is the recording, not a poke.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Up/down is each injection cell versus the baseline session mean, not the same cell before versus after.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Population Delta dF/F is the honest mouse/plane comparison (injection minus baseline).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Morphine pairing is only CS1014-1b/2w vs 1014m01b/02w. CS0204 is extra melittin-only.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we should not over-claim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FOVs are not CCF/bregma registered. Anterior means the right side after the mirror2 flip.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Do not report a matched-cell trajectory from baseline to injection; EXTRACT IDs were not matched.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dF/F here uses an 8th-percentile baseline on 1 s bins of EXTRACT /T, not the slow rolling F0 of extract_analysis2.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Do not mix these numbers with the 13 Aug / 18 Aug face-poke PSTHs.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