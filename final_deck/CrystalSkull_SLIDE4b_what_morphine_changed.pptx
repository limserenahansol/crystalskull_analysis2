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 BEHIND PANEL A</a:t>
            </a:r>
          </a:p>
          <a:p>
            <a:r>
              <a:t>CS1014-1b:  up 28.5 -&gt; 31.3 (+2.8 pp),  down 63.9 -&gt; 62.5 (-1.4),  no response 7.6 -&gt; 6.2,  amplitude -5.7 -&gt; -3.3 (+2.4 % of baseline).  Cells: 28,910 melittin, 31,382 morphine.</a:t>
            </a:r>
          </a:p>
          <a:p>
            <a:r>
              <a:t>CS1014-2w:  up 28.9 -&gt; 31.6 (+2.6 pp),  down 60.2 -&gt; 58.7 (-1.5),  no response 10.9 -&gt; 9.8,  amplitude +0.5 -&gt; +2.7 (+2.3 % of baseline).  Cells: 25,542 melittin, 31,151 morphine.</a:t>
            </a:r>
          </a:p>
          <a:p/>
          <a:p>
            <a:r>
              <a:t>WHY NO P VALUE ON THE WHOLE-CORTEX SHIFT</a:t>
            </a:r>
          </a:p>
          <a:p>
            <a:r>
              <a:t>n = 2 paired animals. A two-sided sign test floors at p = 0.5 and a paired Wilcoxon cannot go below p = 0.5 either. The odds ratios in panel C DO carry CIs, but those CIs are computed over cells within one animal, so they say the shift is real inside that animal - not that it generalises. Two more paired animals would make the across-animal claim testable.</a:t>
            </a:r>
          </a:p>
          <a:p/>
          <a:p>
            <a:r>
              <a:t>WHY THE SHIFT IS SMALL</a:t>
            </a:r>
          </a:p>
          <a:p>
            <a:r>
              <a:t>+2.7 pp on a base of 28.7 % is a 9 % relative increase, OR 1.15. The no-response fraction barely moves (7.6 -&gt; 6.2 and 10.9 -&gt; 9.8), so this is not morphine silencing cells; it is a small number of cells moving from the down class to the up class.</a:t>
            </a:r>
          </a:p>
          <a:p/>
          <a:p>
            <a:r>
              <a:t>THE SEVEN-WEEK CONFOUND - EXPECT THIS QUESTION</a:t>
            </a:r>
          </a:p>
          <a:p>
            <a:r>
              <a:t>melittin only was recorded 20260218, melittin + morphine 20260408. Separate sessions, separate EXTRACT runs, no cell tracking across them, and no melittin + vehicle session on the second day. Window maturation, GCaMP expression drift, and a second melittin exposure are all confounded with the drug. Nothing in this dataset separates them.</a:t>
            </a:r>
          </a:p>
          <a:p/>
          <a:p>
            <a:r>
              <a:t>WHAT WOULD FIX IT, IN ORDER OF VALUE</a:t>
            </a:r>
          </a:p>
          <a:p>
            <a:r>
              <a:t>1. a same-day melittin + vehicle arm, ideally within-session crossover - this removes the day confound entirely and is the single most valuable addition</a:t>
            </a:r>
          </a:p>
          <a:p>
            <a:r>
              <a:t>2. two more paired animals, which makes the region question testable</a:t>
            </a:r>
          </a:p>
          <a:p>
            <a:r>
              <a:t>3. registering the baseline and injection EXTRACT runs to each other so cells can be tracked, which would also fix the inflated 28 % / 63 % responsive rates discussed in supplement S2</a:t>
            </a:r>
          </a:p>
          <a:p/>
          <a:p>
            <a:r>
              <a:t>This slide is an addition. Slides 1-7 and supplements S1-S6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84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1F3A5F"/>
                </a:solidFill>
                <a:latin typeface="Calibri"/>
              </a:rPr>
              <a:t>4b.  What morphine changed — and what it did not</a:t>
            </a:r>
          </a:p>
        </p:txBody>
      </p:sp>
      <p:pic>
        <p:nvPicPr>
          <p:cNvPr id="3" name="Picture 2" descr="S4b_what_morphine_chan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158" y="749808"/>
            <a:ext cx="10201378" cy="43159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175504"/>
            <a:ext cx="1120140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What we did:  compared melittin alone with melittin + morphine on every measure we have, in the two mice recorded under both arms, so between-animal variance drops out.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222222"/>
                </a:solidFill>
                <a:latin typeface="Calibri"/>
              </a:rPr>
              <a:t>What we found:  all four measures move the same way and all by a small amount — more cells driven up, fewer driven down, higher amplitude, pooled odds ratio 1.15 and 1.16 — so morphine does not quieten the melittin response. No individual area changes reproducibly, and because the two arms sit seven weeks apart with no same-day vehicle control, this shift cannot yet be attributed to morphine rather than to the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